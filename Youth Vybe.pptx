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266" r:id="rId6"/>
    <p:sldId id="280" r:id="rId7"/>
    <p:sldId id="258" r:id="rId8"/>
    <p:sldId id="281" r:id="rId9"/>
    <p:sldId id="270" r:id="rId10"/>
    <p:sldId id="271" r:id="rId11"/>
    <p:sldId id="290" r:id="rId12"/>
    <p:sldId id="273" r:id="rId13"/>
    <p:sldId id="288" r:id="rId14"/>
    <p:sldId id="274" r:id="rId15"/>
    <p:sldId id="285" r:id="rId16"/>
    <p:sldId id="286" r:id="rId17"/>
    <p:sldId id="291" r:id="rId18"/>
    <p:sldId id="287" r:id="rId19"/>
    <p:sldId id="278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1A12"/>
    <a:srgbClr val="F3EFEA"/>
    <a:srgbClr val="FAF9F6"/>
    <a:srgbClr val="F3B39A"/>
    <a:srgbClr val="542512"/>
    <a:srgbClr val="E59F83"/>
    <a:srgbClr val="949697"/>
    <a:srgbClr val="FFF4E8"/>
    <a:srgbClr val="174A3B"/>
    <a:srgbClr val="58C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pabio, Mitchell S2500136" userId="S::s2500136@ndonline.ac.uk::af3ef713-034a-48c0-be77-edd5c5040e0a" providerId="AD" clId="Web-{2B9E4864-BBDA-F4F5-E9EC-7123824001CE}"/>
    <pc:docChg chg="addSld modSld">
      <pc:chgData name="Akpabio, Mitchell S2500136" userId="S::s2500136@ndonline.ac.uk::af3ef713-034a-48c0-be77-edd5c5040e0a" providerId="AD" clId="Web-{2B9E4864-BBDA-F4F5-E9EC-7123824001CE}" dt="2026-10-02T14:51:12.853" v="59" actId="20577"/>
      <pc:docMkLst>
        <pc:docMk/>
      </pc:docMkLst>
      <pc:sldChg chg="addSp delSp modSp">
        <pc:chgData name="Akpabio, Mitchell S2500136" userId="S::s2500136@ndonline.ac.uk::af3ef713-034a-48c0-be77-edd5c5040e0a" providerId="AD" clId="Web-{2B9E4864-BBDA-F4F5-E9EC-7123824001CE}" dt="2026-10-02T14:44:52.281" v="23"/>
        <pc:sldMkLst>
          <pc:docMk/>
          <pc:sldMk cId="3129076597" sldId="273"/>
        </pc:sldMkLst>
      </pc:sldChg>
      <pc:sldChg chg="addSp delSp modSp new">
        <pc:chgData name="Akpabio, Mitchell S2500136" userId="S::s2500136@ndonline.ac.uk::af3ef713-034a-48c0-be77-edd5c5040e0a" providerId="AD" clId="Web-{2B9E4864-BBDA-F4F5-E9EC-7123824001CE}" dt="2026-10-02T14:51:12.853" v="59" actId="20577"/>
        <pc:sldMkLst>
          <pc:docMk/>
          <pc:sldMk cId="2703031372" sldId="288"/>
        </pc:sldMkLst>
        <pc:spChg chg="mod">
          <ac:chgData name="Akpabio, Mitchell S2500136" userId="S::s2500136@ndonline.ac.uk::af3ef713-034a-48c0-be77-edd5c5040e0a" providerId="AD" clId="Web-{2B9E4864-BBDA-F4F5-E9EC-7123824001CE}" dt="2026-10-02T14:45:02.828" v="25" actId="20577"/>
          <ac:spMkLst>
            <pc:docMk/>
            <pc:sldMk cId="2703031372" sldId="288"/>
            <ac:spMk id="2" creationId="{A97BB537-7A57-8C51-E2BE-000B407CED3B}"/>
          </ac:spMkLst>
        </pc:spChg>
        <pc:spChg chg="add ord">
          <ac:chgData name="Akpabio, Mitchell S2500136" userId="S::s2500136@ndonline.ac.uk::af3ef713-034a-48c0-be77-edd5c5040e0a" providerId="AD" clId="Web-{2B9E4864-BBDA-F4F5-E9EC-7123824001CE}" dt="2026-10-02T14:45:36.016" v="32"/>
          <ac:spMkLst>
            <pc:docMk/>
            <pc:sldMk cId="2703031372" sldId="288"/>
            <ac:spMk id="6" creationId="{94C2C780-ADDE-D80B-18B6-CEB47B2187F3}"/>
          </ac:spMkLst>
        </pc:spChg>
        <pc:spChg chg="add mod">
          <ac:chgData name="Akpabio, Mitchell S2500136" userId="S::s2500136@ndonline.ac.uk::af3ef713-034a-48c0-be77-edd5c5040e0a" providerId="AD" clId="Web-{2B9E4864-BBDA-F4F5-E9EC-7123824001CE}" dt="2026-10-02T14:51:12.853" v="59" actId="20577"/>
          <ac:spMkLst>
            <pc:docMk/>
            <pc:sldMk cId="2703031372" sldId="288"/>
            <ac:spMk id="12" creationId="{E88BA262-D903-8CF0-83BE-0148F7C3ED87}"/>
          </ac:spMkLst>
        </pc:spChg>
        <pc:picChg chg="add mod modCrop">
          <ac:chgData name="Akpabio, Mitchell S2500136" userId="S::s2500136@ndonline.ac.uk::af3ef713-034a-48c0-be77-edd5c5040e0a" providerId="AD" clId="Web-{2B9E4864-BBDA-F4F5-E9EC-7123824001CE}" dt="2026-10-02T14:48:04.489" v="43" actId="1076"/>
          <ac:picMkLst>
            <pc:docMk/>
            <pc:sldMk cId="2703031372" sldId="288"/>
            <ac:picMk id="4" creationId="{45811124-0A68-2161-E8D3-E02C2D312662}"/>
          </ac:picMkLst>
        </pc:picChg>
        <pc:picChg chg="add">
          <ac:chgData name="Akpabio, Mitchell S2500136" userId="S::s2500136@ndonline.ac.uk::af3ef713-034a-48c0-be77-edd5c5040e0a" providerId="AD" clId="Web-{2B9E4864-BBDA-F4F5-E9EC-7123824001CE}" dt="2026-10-02T14:45:43.204" v="33"/>
          <ac:picMkLst>
            <pc:docMk/>
            <pc:sldMk cId="2703031372" sldId="288"/>
            <ac:picMk id="8" creationId="{7AA28A21-7E93-31D1-E565-F1408A494234}"/>
          </ac:picMkLst>
        </pc:picChg>
      </pc:sldChg>
    </pc:docChg>
  </pc:docChgLst>
  <pc:docChgLst>
    <pc:chgData name="Idowu, Gideon S2501665" userId="d9918a50-a33b-4967-b4ab-4bf45a1e498e" providerId="ADAL" clId="{724CB281-AC5F-4C16-A456-FF894BA47783}"/>
    <pc:docChg chg="undo custSel modSld">
      <pc:chgData name="Idowu, Gideon S2501665" userId="d9918a50-a33b-4967-b4ab-4bf45a1e498e" providerId="ADAL" clId="{724CB281-AC5F-4C16-A456-FF894BA47783}" dt="2026-10-08T11:06:48.241" v="23" actId="207"/>
      <pc:docMkLst>
        <pc:docMk/>
      </pc:docMkLst>
      <pc:sldChg chg="modSp mod">
        <pc:chgData name="Idowu, Gideon S2501665" userId="d9918a50-a33b-4967-b4ab-4bf45a1e498e" providerId="ADAL" clId="{724CB281-AC5F-4C16-A456-FF894BA47783}" dt="2026-10-08T11:06:48.241" v="23" actId="207"/>
        <pc:sldMkLst>
          <pc:docMk/>
          <pc:sldMk cId="652170914" sldId="270"/>
        </pc:sldMkLst>
        <pc:spChg chg="mod">
          <ac:chgData name="Idowu, Gideon S2501665" userId="d9918a50-a33b-4967-b4ab-4bf45a1e498e" providerId="ADAL" clId="{724CB281-AC5F-4C16-A456-FF894BA47783}" dt="2026-10-08T11:06:48.241" v="23" actId="207"/>
          <ac:spMkLst>
            <pc:docMk/>
            <pc:sldMk cId="652170914" sldId="270"/>
            <ac:spMk id="2" creationId="{B1E471A9-D506-2D80-69C1-89A068082867}"/>
          </ac:spMkLst>
        </pc:spChg>
      </pc:sldChg>
      <pc:sldChg chg="modSp mod">
        <pc:chgData name="Idowu, Gideon S2501665" userId="d9918a50-a33b-4967-b4ab-4bf45a1e498e" providerId="ADAL" clId="{724CB281-AC5F-4C16-A456-FF894BA47783}" dt="2026-10-06T11:25:24.460" v="21" actId="1076"/>
        <pc:sldMkLst>
          <pc:docMk/>
          <pc:sldMk cId="2703031372" sldId="288"/>
        </pc:sldMkLst>
        <pc:spChg chg="mod">
          <ac:chgData name="Idowu, Gideon S2501665" userId="d9918a50-a33b-4967-b4ab-4bf45a1e498e" providerId="ADAL" clId="{724CB281-AC5F-4C16-A456-FF894BA47783}" dt="2026-10-06T11:22:50.966" v="11" actId="20577"/>
          <ac:spMkLst>
            <pc:docMk/>
            <pc:sldMk cId="2703031372" sldId="288"/>
            <ac:spMk id="12" creationId="{E88BA262-D903-8CF0-83BE-0148F7C3ED87}"/>
          </ac:spMkLst>
        </pc:spChg>
        <pc:spChg chg="mod">
          <ac:chgData name="Idowu, Gideon S2501665" userId="d9918a50-a33b-4967-b4ab-4bf45a1e498e" providerId="ADAL" clId="{724CB281-AC5F-4C16-A456-FF894BA47783}" dt="2026-10-06T11:25:23.479" v="19" actId="1076"/>
          <ac:spMkLst>
            <pc:docMk/>
            <pc:sldMk cId="2703031372" sldId="288"/>
            <ac:spMk id="34" creationId="{D8CFEF80-451B-2604-3806-1B98EAD2A73E}"/>
          </ac:spMkLst>
        </pc:spChg>
        <pc:spChg chg="mod">
          <ac:chgData name="Idowu, Gideon S2501665" userId="d9918a50-a33b-4967-b4ab-4bf45a1e498e" providerId="ADAL" clId="{724CB281-AC5F-4C16-A456-FF894BA47783}" dt="2026-10-06T11:25:24.460" v="21" actId="1076"/>
          <ac:spMkLst>
            <pc:docMk/>
            <pc:sldMk cId="2703031372" sldId="288"/>
            <ac:spMk id="35" creationId="{BB6C7E75-4021-BC14-E202-4433B6CBBA44}"/>
          </ac:spMkLst>
        </pc:spChg>
        <pc:picChg chg="mod">
          <ac:chgData name="Idowu, Gideon S2501665" userId="d9918a50-a33b-4967-b4ab-4bf45a1e498e" providerId="ADAL" clId="{724CB281-AC5F-4C16-A456-FF894BA47783}" dt="2026-10-06T11:25:23.172" v="18" actId="1076"/>
          <ac:picMkLst>
            <pc:docMk/>
            <pc:sldMk cId="2703031372" sldId="288"/>
            <ac:picMk id="16" creationId="{3022D6AF-35D1-91B3-7400-23D38E281D08}"/>
          </ac:picMkLst>
        </pc:picChg>
        <pc:picChg chg="mod">
          <ac:chgData name="Idowu, Gideon S2501665" userId="d9918a50-a33b-4967-b4ab-4bf45a1e498e" providerId="ADAL" clId="{724CB281-AC5F-4C16-A456-FF894BA47783}" dt="2026-10-06T11:25:23.921" v="20" actId="1076"/>
          <ac:picMkLst>
            <pc:docMk/>
            <pc:sldMk cId="2703031372" sldId="288"/>
            <ac:picMk id="33" creationId="{1EF4C948-1778-77D4-68FE-334594F0358E}"/>
          </ac:picMkLst>
        </pc:picChg>
      </pc:sldChg>
      <pc:sldChg chg="addSp delSp mod">
        <pc:chgData name="Idowu, Gideon S2501665" userId="d9918a50-a33b-4967-b4ab-4bf45a1e498e" providerId="ADAL" clId="{724CB281-AC5F-4C16-A456-FF894BA47783}" dt="2026-10-06T11:24:12.285" v="13" actId="22"/>
        <pc:sldMkLst>
          <pc:docMk/>
          <pc:sldMk cId="3791651938" sldId="291"/>
        </pc:sldMkLst>
        <pc:spChg chg="add">
          <ac:chgData name="Idowu, Gideon S2501665" userId="d9918a50-a33b-4967-b4ab-4bf45a1e498e" providerId="ADAL" clId="{724CB281-AC5F-4C16-A456-FF894BA47783}" dt="2026-10-06T11:24:12.285" v="13" actId="22"/>
          <ac:spMkLst>
            <pc:docMk/>
            <pc:sldMk cId="3791651938" sldId="291"/>
            <ac:spMk id="10" creationId="{1CDC923A-6606-A1AC-E447-EFA9320869FC}"/>
          </ac:spMkLst>
        </pc:spChg>
      </pc:sldChg>
    </pc:docChg>
  </pc:docChgLst>
  <pc:docChgLst>
    <pc:chgData name="Akpabio, Mitchell S2500136" userId="af3ef713-034a-48c0-be77-edd5c5040e0a" providerId="ADAL" clId="{59EF4788-3AD1-42F8-BC9A-C6B0A2FC4313}"/>
    <pc:docChg chg="undo redo custSel addSld delSld modSld sldOrd">
      <pc:chgData name="Akpabio, Mitchell S2500136" userId="af3ef713-034a-48c0-be77-edd5c5040e0a" providerId="ADAL" clId="{59EF4788-3AD1-42F8-BC9A-C6B0A2FC4313}" dt="2026-10-03T20:21:40.848" v="3146" actId="20577"/>
      <pc:docMkLst>
        <pc:docMk/>
      </pc:docMkLst>
      <pc:sldChg chg="modSp mod modNotesTx">
        <pc:chgData name="Akpabio, Mitchell S2500136" userId="af3ef713-034a-48c0-be77-edd5c5040e0a" providerId="ADAL" clId="{59EF4788-3AD1-42F8-BC9A-C6B0A2FC4313}" dt="2026-10-03T13:33:17.349" v="2855" actId="20577"/>
        <pc:sldMkLst>
          <pc:docMk/>
          <pc:sldMk cId="2105109756" sldId="258"/>
        </pc:sldMkLst>
      </pc:sldChg>
      <pc:sldChg chg="modSp new mod">
        <pc:chgData name="Akpabio, Mitchell S2500136" userId="af3ef713-034a-48c0-be77-edd5c5040e0a" providerId="ADAL" clId="{59EF4788-3AD1-42F8-BC9A-C6B0A2FC4313}" dt="2026-09-27T22:18:09.063" v="1081" actId="20577"/>
        <pc:sldMkLst>
          <pc:docMk/>
          <pc:sldMk cId="1685517087" sldId="264"/>
        </pc:sldMkLst>
      </pc:sldChg>
      <pc:sldChg chg="modNotesTx">
        <pc:chgData name="Akpabio, Mitchell S2500136" userId="af3ef713-034a-48c0-be77-edd5c5040e0a" providerId="ADAL" clId="{59EF4788-3AD1-42F8-BC9A-C6B0A2FC4313}" dt="2026-10-03T13:32:44.749" v="2841" actId="20577"/>
        <pc:sldMkLst>
          <pc:docMk/>
          <pc:sldMk cId="1784534232" sldId="266"/>
        </pc:sldMkLst>
      </pc:sldChg>
      <pc:sldChg chg="modNotesTx">
        <pc:chgData name="Akpabio, Mitchell S2500136" userId="af3ef713-034a-48c0-be77-edd5c5040e0a" providerId="ADAL" clId="{59EF4788-3AD1-42F8-BC9A-C6B0A2FC4313}" dt="2026-10-03T13:33:45.938" v="2869" actId="20577"/>
        <pc:sldMkLst>
          <pc:docMk/>
          <pc:sldMk cId="652170914" sldId="270"/>
        </pc:sldMkLst>
      </pc:sldChg>
      <pc:sldChg chg="addSp modSp mod modNotesTx">
        <pc:chgData name="Akpabio, Mitchell S2500136" userId="af3ef713-034a-48c0-be77-edd5c5040e0a" providerId="ADAL" clId="{59EF4788-3AD1-42F8-BC9A-C6B0A2FC4313}" dt="2026-10-03T13:34:28.314" v="2875" actId="20577"/>
        <pc:sldMkLst>
          <pc:docMk/>
          <pc:sldMk cId="1819186965" sldId="271"/>
        </pc:sldMkLst>
        <pc:spChg chg="add mod">
          <ac:chgData name="Akpabio, Mitchell S2500136" userId="af3ef713-034a-48c0-be77-edd5c5040e0a" providerId="ADAL" clId="{59EF4788-3AD1-42F8-BC9A-C6B0A2FC4313}" dt="2026-10-02T20:53:57.952" v="2574" actId="1076"/>
          <ac:spMkLst>
            <pc:docMk/>
            <pc:sldMk cId="1819186965" sldId="271"/>
            <ac:spMk id="6" creationId="{4C23C0C3-5B98-AA18-952B-7388FCFB1220}"/>
          </ac:spMkLst>
        </pc:spChg>
      </pc:sldChg>
      <pc:sldChg chg="modSp mod modNotesTx">
        <pc:chgData name="Akpabio, Mitchell S2500136" userId="af3ef713-034a-48c0-be77-edd5c5040e0a" providerId="ADAL" clId="{59EF4788-3AD1-42F8-BC9A-C6B0A2FC4313}" dt="2026-10-03T13:34:44.717" v="2891" actId="20577"/>
        <pc:sldMkLst>
          <pc:docMk/>
          <pc:sldMk cId="3129076597" sldId="273"/>
        </pc:sldMkLst>
        <pc:spChg chg="mod">
          <ac:chgData name="Akpabio, Mitchell S2500136" userId="af3ef713-034a-48c0-be77-edd5c5040e0a" providerId="ADAL" clId="{59EF4788-3AD1-42F8-BC9A-C6B0A2FC4313}" dt="2026-10-02T19:51:15.471" v="2110" actId="20577"/>
          <ac:spMkLst>
            <pc:docMk/>
            <pc:sldMk cId="3129076597" sldId="273"/>
            <ac:spMk id="12" creationId="{51A62C1B-2B56-C5C7-A40F-BEB298E5FAD4}"/>
          </ac:spMkLst>
        </pc:spChg>
        <pc:spChg chg="mod">
          <ac:chgData name="Akpabio, Mitchell S2500136" userId="af3ef713-034a-48c0-be77-edd5c5040e0a" providerId="ADAL" clId="{59EF4788-3AD1-42F8-BC9A-C6B0A2FC4313}" dt="2026-10-02T19:51:51.408" v="2137" actId="20577"/>
          <ac:spMkLst>
            <pc:docMk/>
            <pc:sldMk cId="3129076597" sldId="273"/>
            <ac:spMk id="13" creationId="{55839D4B-A5B6-34AF-30EC-11A72FAC3F0F}"/>
          </ac:spMkLst>
        </pc:spChg>
        <pc:spChg chg="mod">
          <ac:chgData name="Akpabio, Mitchell S2500136" userId="af3ef713-034a-48c0-be77-edd5c5040e0a" providerId="ADAL" clId="{59EF4788-3AD1-42F8-BC9A-C6B0A2FC4313}" dt="2026-10-02T19:52:29.873" v="2157" actId="1076"/>
          <ac:spMkLst>
            <pc:docMk/>
            <pc:sldMk cId="3129076597" sldId="273"/>
            <ac:spMk id="14" creationId="{ACE5B756-0418-CADC-53D2-DA02ECA84300}"/>
          </ac:spMkLst>
        </pc:spChg>
        <pc:spChg chg="mod">
          <ac:chgData name="Akpabio, Mitchell S2500136" userId="af3ef713-034a-48c0-be77-edd5c5040e0a" providerId="ADAL" clId="{59EF4788-3AD1-42F8-BC9A-C6B0A2FC4313}" dt="2026-10-02T19:50:22.433" v="2064" actId="20577"/>
          <ac:spMkLst>
            <pc:docMk/>
            <pc:sldMk cId="3129076597" sldId="273"/>
            <ac:spMk id="15" creationId="{70D4361D-930A-C7FF-AEFE-F2E8B8525639}"/>
          </ac:spMkLst>
        </pc:spChg>
      </pc:sldChg>
      <pc:sldChg chg="addSp delSp modSp mod modNotesTx">
        <pc:chgData name="Akpabio, Mitchell S2500136" userId="af3ef713-034a-48c0-be77-edd5c5040e0a" providerId="ADAL" clId="{59EF4788-3AD1-42F8-BC9A-C6B0A2FC4313}" dt="2026-10-03T13:42:18.597" v="3064" actId="20577"/>
        <pc:sldMkLst>
          <pc:docMk/>
          <pc:sldMk cId="1876102277" sldId="274"/>
        </pc:sldMkLst>
        <pc:spChg chg="mod">
          <ac:chgData name="Akpabio, Mitchell S2500136" userId="af3ef713-034a-48c0-be77-edd5c5040e0a" providerId="ADAL" clId="{59EF4788-3AD1-42F8-BC9A-C6B0A2FC4313}" dt="2026-10-02T19:57:43.162" v="2197" actId="1076"/>
          <ac:spMkLst>
            <pc:docMk/>
            <pc:sldMk cId="1876102277" sldId="274"/>
            <ac:spMk id="5" creationId="{7E0D6945-FBAC-CFBC-8ABA-6A04A5892AE1}"/>
          </ac:spMkLst>
        </pc:spChg>
        <pc:spChg chg="add mod">
          <ac:chgData name="Akpabio, Mitchell S2500136" userId="af3ef713-034a-48c0-be77-edd5c5040e0a" providerId="ADAL" clId="{59EF4788-3AD1-42F8-BC9A-C6B0A2FC4313}" dt="2026-10-02T19:57:38.746" v="2195" actId="5793"/>
          <ac:spMkLst>
            <pc:docMk/>
            <pc:sldMk cId="1876102277" sldId="274"/>
            <ac:spMk id="8" creationId="{BDC2C868-1408-E795-A8A6-7D0ED0268579}"/>
          </ac:spMkLst>
        </pc:spChg>
        <pc:spChg chg="add mod">
          <ac:chgData name="Akpabio, Mitchell S2500136" userId="af3ef713-034a-48c0-be77-edd5c5040e0a" providerId="ADAL" clId="{59EF4788-3AD1-42F8-BC9A-C6B0A2FC4313}" dt="2026-10-02T21:04:36.131" v="2583" actId="1076"/>
          <ac:spMkLst>
            <pc:docMk/>
            <pc:sldMk cId="1876102277" sldId="274"/>
            <ac:spMk id="9" creationId="{C5EFBF43-5D08-E9D1-DF10-7D4415C688E7}"/>
          </ac:spMkLst>
        </pc:spChg>
        <pc:spChg chg="add mod">
          <ac:chgData name="Akpabio, Mitchell S2500136" userId="af3ef713-034a-48c0-be77-edd5c5040e0a" providerId="ADAL" clId="{59EF4788-3AD1-42F8-BC9A-C6B0A2FC4313}" dt="2026-10-02T20:00:16.528" v="2225" actId="1076"/>
          <ac:spMkLst>
            <pc:docMk/>
            <pc:sldMk cId="1876102277" sldId="274"/>
            <ac:spMk id="10" creationId="{0BF2E8F2-8575-94EA-CD33-5757BE98A5F4}"/>
          </ac:spMkLst>
        </pc:spChg>
        <pc:spChg chg="add mod">
          <ac:chgData name="Akpabio, Mitchell S2500136" userId="af3ef713-034a-48c0-be77-edd5c5040e0a" providerId="ADAL" clId="{59EF4788-3AD1-42F8-BC9A-C6B0A2FC4313}" dt="2026-10-02T19:59:47.663" v="2222" actId="1076"/>
          <ac:spMkLst>
            <pc:docMk/>
            <pc:sldMk cId="1876102277" sldId="274"/>
            <ac:spMk id="11" creationId="{70EF6137-EF2A-2177-250B-1DAE524B03EA}"/>
          </ac:spMkLst>
        </pc:spChg>
      </pc:sldChg>
      <pc:sldChg chg="modSp new mod modNotesTx">
        <pc:chgData name="Akpabio, Mitchell S2500136" userId="af3ef713-034a-48c0-be77-edd5c5040e0a" providerId="ADAL" clId="{59EF4788-3AD1-42F8-BC9A-C6B0A2FC4313}" dt="2026-10-03T13:39:18.492" v="3045" actId="20577"/>
        <pc:sldMkLst>
          <pc:docMk/>
          <pc:sldMk cId="1662363737" sldId="278"/>
        </pc:sldMkLst>
        <pc:spChg chg="mod">
          <ac:chgData name="Akpabio, Mitchell S2500136" userId="af3ef713-034a-48c0-be77-edd5c5040e0a" providerId="ADAL" clId="{59EF4788-3AD1-42F8-BC9A-C6B0A2FC4313}" dt="2026-09-27T23:07:32.029" v="1549" actId="20577"/>
          <ac:spMkLst>
            <pc:docMk/>
            <pc:sldMk cId="1662363737" sldId="278"/>
            <ac:spMk id="2" creationId="{7DE26801-6BB5-2B74-8857-4BAB954EF3C7}"/>
          </ac:spMkLst>
        </pc:spChg>
        <pc:spChg chg="mod">
          <ac:chgData name="Akpabio, Mitchell S2500136" userId="af3ef713-034a-48c0-be77-edd5c5040e0a" providerId="ADAL" clId="{59EF4788-3AD1-42F8-BC9A-C6B0A2FC4313}" dt="2026-09-27T23:15:26.365" v="1904" actId="20577"/>
          <ac:spMkLst>
            <pc:docMk/>
            <pc:sldMk cId="1662363737" sldId="278"/>
            <ac:spMk id="3" creationId="{018628FB-7A64-E978-9130-C6849D2B5341}"/>
          </ac:spMkLst>
        </pc:spChg>
      </pc:sldChg>
      <pc:sldChg chg="modNotesTx">
        <pc:chgData name="Akpabio, Mitchell S2500136" userId="af3ef713-034a-48c0-be77-edd5c5040e0a" providerId="ADAL" clId="{59EF4788-3AD1-42F8-BC9A-C6B0A2FC4313}" dt="2026-10-03T13:33:11.970" v="2847" actId="20577"/>
        <pc:sldMkLst>
          <pc:docMk/>
          <pc:sldMk cId="2184408091" sldId="280"/>
        </pc:sldMkLst>
      </pc:sldChg>
      <pc:sldChg chg="modNotesTx">
        <pc:chgData name="Akpabio, Mitchell S2500136" userId="af3ef713-034a-48c0-be77-edd5c5040e0a" providerId="ADAL" clId="{59EF4788-3AD1-42F8-BC9A-C6B0A2FC4313}" dt="2026-10-03T13:33:22.651" v="2863" actId="20577"/>
        <pc:sldMkLst>
          <pc:docMk/>
          <pc:sldMk cId="184763765" sldId="281"/>
        </pc:sldMkLst>
      </pc:sldChg>
      <pc:sldChg chg="addSp delSp modSp mod modNotesTx">
        <pc:chgData name="Akpabio, Mitchell S2500136" userId="af3ef713-034a-48c0-be77-edd5c5040e0a" providerId="ADAL" clId="{59EF4788-3AD1-42F8-BC9A-C6B0A2FC4313}" dt="2026-10-03T13:35:31.887" v="2925" actId="20577"/>
        <pc:sldMkLst>
          <pc:docMk/>
          <pc:sldMk cId="2379858986" sldId="285"/>
        </pc:sldMkLst>
        <pc:spChg chg="add mod">
          <ac:chgData name="Akpabio, Mitchell S2500136" userId="af3ef713-034a-48c0-be77-edd5c5040e0a" providerId="ADAL" clId="{59EF4788-3AD1-42F8-BC9A-C6B0A2FC4313}" dt="2026-10-02T20:34:26.085" v="2502" actId="1076"/>
          <ac:spMkLst>
            <pc:docMk/>
            <pc:sldMk cId="2379858986" sldId="285"/>
            <ac:spMk id="4" creationId="{6915800C-9892-66F0-C819-F7F234262CC8}"/>
          </ac:spMkLst>
        </pc:spChg>
        <pc:spChg chg="mod">
          <ac:chgData name="Akpabio, Mitchell S2500136" userId="af3ef713-034a-48c0-be77-edd5c5040e0a" providerId="ADAL" clId="{59EF4788-3AD1-42F8-BC9A-C6B0A2FC4313}" dt="2026-10-02T20:32:22.901" v="2481" actId="1076"/>
          <ac:spMkLst>
            <pc:docMk/>
            <pc:sldMk cId="2379858986" sldId="285"/>
            <ac:spMk id="5" creationId="{E8A5B8A4-5367-8ABC-5BEB-7EC1F5954D82}"/>
          </ac:spMkLst>
        </pc:spChg>
        <pc:spChg chg="add mod">
          <ac:chgData name="Akpabio, Mitchell S2500136" userId="af3ef713-034a-48c0-be77-edd5c5040e0a" providerId="ADAL" clId="{59EF4788-3AD1-42F8-BC9A-C6B0A2FC4313}" dt="2026-10-02T20:29:45.766" v="2448" actId="1076"/>
          <ac:spMkLst>
            <pc:docMk/>
            <pc:sldMk cId="2379858986" sldId="285"/>
            <ac:spMk id="6" creationId="{D758E67D-D0EF-65A5-E51D-B5A0E78764FD}"/>
          </ac:spMkLst>
        </pc:spChg>
        <pc:spChg chg="add mod">
          <ac:chgData name="Akpabio, Mitchell S2500136" userId="af3ef713-034a-48c0-be77-edd5c5040e0a" providerId="ADAL" clId="{59EF4788-3AD1-42F8-BC9A-C6B0A2FC4313}" dt="2026-10-02T20:34:18.078" v="2501" actId="1076"/>
          <ac:spMkLst>
            <pc:docMk/>
            <pc:sldMk cId="2379858986" sldId="285"/>
            <ac:spMk id="8" creationId="{5307AC8F-9A94-61F9-587A-647768ED2A28}"/>
          </ac:spMkLst>
        </pc:spChg>
        <pc:spChg chg="add mod">
          <ac:chgData name="Akpabio, Mitchell S2500136" userId="af3ef713-034a-48c0-be77-edd5c5040e0a" providerId="ADAL" clId="{59EF4788-3AD1-42F8-BC9A-C6B0A2FC4313}" dt="2026-10-02T20:34:18.078" v="2501" actId="1076"/>
          <ac:spMkLst>
            <pc:docMk/>
            <pc:sldMk cId="2379858986" sldId="285"/>
            <ac:spMk id="27" creationId="{C5FD7CEA-4594-6BFD-602E-35520F9F14BF}"/>
          </ac:spMkLst>
        </pc:spChg>
      </pc:sldChg>
      <pc:sldChg chg="addSp delSp modSp mod modTransition modAnim modNotesTx">
        <pc:chgData name="Akpabio, Mitchell S2500136" userId="af3ef713-034a-48c0-be77-edd5c5040e0a" providerId="ADAL" clId="{59EF4788-3AD1-42F8-BC9A-C6B0A2FC4313}" dt="2026-10-03T13:39:37.375" v="3056" actId="20577"/>
        <pc:sldMkLst>
          <pc:docMk/>
          <pc:sldMk cId="1676879517" sldId="286"/>
        </pc:sldMkLst>
        <pc:spChg chg="add del mod">
          <ac:chgData name="Akpabio, Mitchell S2500136" userId="af3ef713-034a-48c0-be77-edd5c5040e0a" providerId="ADAL" clId="{59EF4788-3AD1-42F8-BC9A-C6B0A2FC4313}" dt="2026-10-02T21:04:57.034" v="2585" actId="1076"/>
          <ac:spMkLst>
            <pc:docMk/>
            <pc:sldMk cId="1676879517" sldId="286"/>
            <ac:spMk id="7" creationId="{DA87B9DF-A7C6-9651-53A0-B46D4B61ACC3}"/>
          </ac:spMkLst>
        </pc:spChg>
        <pc:spChg chg="add mod">
          <ac:chgData name="Akpabio, Mitchell S2500136" userId="af3ef713-034a-48c0-be77-edd5c5040e0a" providerId="ADAL" clId="{59EF4788-3AD1-42F8-BC9A-C6B0A2FC4313}" dt="2026-10-02T20:39:52.701" v="2522"/>
          <ac:spMkLst>
            <pc:docMk/>
            <pc:sldMk cId="1676879517" sldId="286"/>
            <ac:spMk id="15" creationId="{6F8A7E3A-F68A-7F76-0480-D684848EB6DA}"/>
          </ac:spMkLst>
        </pc:spChg>
        <pc:spChg chg="add mod">
          <ac:chgData name="Akpabio, Mitchell S2500136" userId="af3ef713-034a-48c0-be77-edd5c5040e0a" providerId="ADAL" clId="{59EF4788-3AD1-42F8-BC9A-C6B0A2FC4313}" dt="2026-10-02T20:47:51.761" v="2550" actId="1076"/>
          <ac:spMkLst>
            <pc:docMk/>
            <pc:sldMk cId="1676879517" sldId="286"/>
            <ac:spMk id="18" creationId="{388AE85A-173E-D1AB-952A-C4047EC7C271}"/>
          </ac:spMkLst>
        </pc:spChg>
        <pc:spChg chg="add mod">
          <ac:chgData name="Akpabio, Mitchell S2500136" userId="af3ef713-034a-48c0-be77-edd5c5040e0a" providerId="ADAL" clId="{59EF4788-3AD1-42F8-BC9A-C6B0A2FC4313}" dt="2026-10-02T20:39:52.701" v="2522"/>
          <ac:spMkLst>
            <pc:docMk/>
            <pc:sldMk cId="1676879517" sldId="286"/>
            <ac:spMk id="19" creationId="{22E4164A-774A-DC66-ACDD-3DC8720311DA}"/>
          </ac:spMkLst>
        </pc:spChg>
        <pc:picChg chg="add mod">
          <ac:chgData name="Akpabio, Mitchell S2500136" userId="af3ef713-034a-48c0-be77-edd5c5040e0a" providerId="ADAL" clId="{59EF4788-3AD1-42F8-BC9A-C6B0A2FC4313}" dt="2026-10-02T20:39:52.701" v="2522"/>
          <ac:picMkLst>
            <pc:docMk/>
            <pc:sldMk cId="1676879517" sldId="286"/>
            <ac:picMk id="14" creationId="{C6397073-F0FF-1B55-0BA9-451AC6D90CDE}"/>
          </ac:picMkLst>
        </pc:picChg>
      </pc:sldChg>
      <pc:sldChg chg="addSp modSp mod ord modNotesTx">
        <pc:chgData name="Akpabio, Mitchell S2500136" userId="af3ef713-034a-48c0-be77-edd5c5040e0a" providerId="ADAL" clId="{59EF4788-3AD1-42F8-BC9A-C6B0A2FC4313}" dt="2026-10-03T20:21:40.848" v="3146" actId="20577"/>
        <pc:sldMkLst>
          <pc:docMk/>
          <pc:sldMk cId="2499040535" sldId="287"/>
        </pc:sldMkLst>
        <pc:spChg chg="mod">
          <ac:chgData name="Akpabio, Mitchell S2500136" userId="af3ef713-034a-48c0-be77-edd5c5040e0a" providerId="ADAL" clId="{59EF4788-3AD1-42F8-BC9A-C6B0A2FC4313}" dt="2026-10-02T19:42:23.262" v="2032" actId="1076"/>
          <ac:spMkLst>
            <pc:docMk/>
            <pc:sldMk cId="2499040535" sldId="287"/>
            <ac:spMk id="2" creationId="{AC228874-7341-B3FC-54F2-8B104891DFDB}"/>
          </ac:spMkLst>
        </pc:spChg>
        <pc:spChg chg="mod">
          <ac:chgData name="Akpabio, Mitchell S2500136" userId="af3ef713-034a-48c0-be77-edd5c5040e0a" providerId="ADAL" clId="{59EF4788-3AD1-42F8-BC9A-C6B0A2FC4313}" dt="2026-10-02T20:21:23.133" v="2344" actId="14100"/>
          <ac:spMkLst>
            <pc:docMk/>
            <pc:sldMk cId="2499040535" sldId="287"/>
            <ac:spMk id="3" creationId="{AB299C76-DE16-E49D-17D1-EDCF2FD74C44}"/>
          </ac:spMkLst>
        </pc:spChg>
        <pc:spChg chg="mod">
          <ac:chgData name="Akpabio, Mitchell S2500136" userId="af3ef713-034a-48c0-be77-edd5c5040e0a" providerId="ADAL" clId="{59EF4788-3AD1-42F8-BC9A-C6B0A2FC4313}" dt="2026-10-02T20:21:00.757" v="2339" actId="1076"/>
          <ac:spMkLst>
            <pc:docMk/>
            <pc:sldMk cId="2499040535" sldId="287"/>
            <ac:spMk id="5" creationId="{2024C177-D459-5880-C41C-E5A695712804}"/>
          </ac:spMkLst>
        </pc:spChg>
        <pc:spChg chg="add mod">
          <ac:chgData name="Akpabio, Mitchell S2500136" userId="af3ef713-034a-48c0-be77-edd5c5040e0a" providerId="ADAL" clId="{59EF4788-3AD1-42F8-BC9A-C6B0A2FC4313}" dt="2026-10-02T20:21:32.306" v="2345" actId="1076"/>
          <ac:spMkLst>
            <pc:docMk/>
            <pc:sldMk cId="2499040535" sldId="287"/>
            <ac:spMk id="8" creationId="{081ED5AB-4DEC-9BC0-DE24-C7A4DC589930}"/>
          </ac:spMkLst>
        </pc:spChg>
        <pc:spChg chg="add mod">
          <ac:chgData name="Akpabio, Mitchell S2500136" userId="af3ef713-034a-48c0-be77-edd5c5040e0a" providerId="ADAL" clId="{59EF4788-3AD1-42F8-BC9A-C6B0A2FC4313}" dt="2026-10-02T20:21:50.477" v="2349" actId="14100"/>
          <ac:spMkLst>
            <pc:docMk/>
            <pc:sldMk cId="2499040535" sldId="287"/>
            <ac:spMk id="9" creationId="{5863C1A7-E363-6D86-DD07-09709E0F194F}"/>
          </ac:spMkLst>
        </pc:spChg>
        <pc:spChg chg="mod">
          <ac:chgData name="Akpabio, Mitchell S2500136" userId="af3ef713-034a-48c0-be77-edd5c5040e0a" providerId="ADAL" clId="{59EF4788-3AD1-42F8-BC9A-C6B0A2FC4313}" dt="2026-10-03T20:21:40.848" v="3146" actId="20577"/>
          <ac:spMkLst>
            <pc:docMk/>
            <pc:sldMk cId="2499040535" sldId="287"/>
            <ac:spMk id="27" creationId="{5D3F9FCD-B840-E28B-425D-5D687F3FDE2A}"/>
          </ac:spMkLst>
        </pc:spChg>
      </pc:sldChg>
      <pc:sldChg chg="delSp modSp mod modNotesTx">
        <pc:chgData name="Akpabio, Mitchell S2500136" userId="af3ef713-034a-48c0-be77-edd5c5040e0a" providerId="ADAL" clId="{59EF4788-3AD1-42F8-BC9A-C6B0A2FC4313}" dt="2026-10-03T13:35:04.959" v="2913" actId="20577"/>
        <pc:sldMkLst>
          <pc:docMk/>
          <pc:sldMk cId="2703031372" sldId="288"/>
        </pc:sldMkLst>
        <pc:spChg chg="mod">
          <ac:chgData name="Akpabio, Mitchell S2500136" userId="af3ef713-034a-48c0-be77-edd5c5040e0a" providerId="ADAL" clId="{59EF4788-3AD1-42F8-BC9A-C6B0A2FC4313}" dt="2026-10-02T19:50:48.227" v="2066" actId="1076"/>
          <ac:spMkLst>
            <pc:docMk/>
            <pc:sldMk cId="2703031372" sldId="288"/>
            <ac:spMk id="2" creationId="{A97BB537-7A57-8C51-E2BE-000B407CED3B}"/>
          </ac:spMkLst>
        </pc:spChg>
        <pc:spChg chg="mod">
          <ac:chgData name="Akpabio, Mitchell S2500136" userId="af3ef713-034a-48c0-be77-edd5c5040e0a" providerId="ADAL" clId="{59EF4788-3AD1-42F8-BC9A-C6B0A2FC4313}" dt="2026-10-02T21:24:11.534" v="2619" actId="1076"/>
          <ac:spMkLst>
            <pc:docMk/>
            <pc:sldMk cId="2703031372" sldId="288"/>
            <ac:spMk id="6" creationId="{94C2C780-ADDE-D80B-18B6-CEB47B2187F3}"/>
          </ac:spMkLst>
        </pc:spChg>
        <pc:spChg chg="mod">
          <ac:chgData name="Akpabio, Mitchell S2500136" userId="af3ef713-034a-48c0-be77-edd5c5040e0a" providerId="ADAL" clId="{59EF4788-3AD1-42F8-BC9A-C6B0A2FC4313}" dt="2026-10-02T19:38:53.490" v="2018" actId="13926"/>
          <ac:spMkLst>
            <pc:docMk/>
            <pc:sldMk cId="2703031372" sldId="288"/>
            <ac:spMk id="12" creationId="{E88BA262-D903-8CF0-83BE-0148F7C3ED87}"/>
          </ac:spMkLst>
        </pc:spChg>
        <pc:spChg chg="mod">
          <ac:chgData name="Akpabio, Mitchell S2500136" userId="af3ef713-034a-48c0-be77-edd5c5040e0a" providerId="ADAL" clId="{59EF4788-3AD1-42F8-BC9A-C6B0A2FC4313}" dt="2026-10-02T21:29:17.080" v="2827" actId="13926"/>
          <ac:spMkLst>
            <pc:docMk/>
            <pc:sldMk cId="2703031372" sldId="288"/>
            <ac:spMk id="23" creationId="{C6469F61-0491-5EBA-EAAC-784779371684}"/>
          </ac:spMkLst>
        </pc:spChg>
        <pc:spChg chg="mod">
          <ac:chgData name="Akpabio, Mitchell S2500136" userId="af3ef713-034a-48c0-be77-edd5c5040e0a" providerId="ADAL" clId="{59EF4788-3AD1-42F8-BC9A-C6B0A2FC4313}" dt="2026-10-02T21:29:45.536" v="2831" actId="20577"/>
          <ac:spMkLst>
            <pc:docMk/>
            <pc:sldMk cId="2703031372" sldId="288"/>
            <ac:spMk id="24" creationId="{EDEC26CF-1093-A661-6692-8DC4FD3F50A5}"/>
          </ac:spMkLst>
        </pc:spChg>
        <pc:picChg chg="mod">
          <ac:chgData name="Akpabio, Mitchell S2500136" userId="af3ef713-034a-48c0-be77-edd5c5040e0a" providerId="ADAL" clId="{59EF4788-3AD1-42F8-BC9A-C6B0A2FC4313}" dt="2026-10-02T21:29:35.600" v="2830" actId="1076"/>
          <ac:picMkLst>
            <pc:docMk/>
            <pc:sldMk cId="2703031372" sldId="288"/>
            <ac:picMk id="4" creationId="{45811124-0A68-2161-E8D3-E02C2D312662}"/>
          </ac:picMkLst>
        </pc:picChg>
      </pc:sldChg>
      <pc:sldChg chg="addSp modSp mod modNotesTx">
        <pc:chgData name="Akpabio, Mitchell S2500136" userId="af3ef713-034a-48c0-be77-edd5c5040e0a" providerId="ADAL" clId="{59EF4788-3AD1-42F8-BC9A-C6B0A2FC4313}" dt="2026-10-03T13:34:50.670" v="2905" actId="20577"/>
        <pc:sldMkLst>
          <pc:docMk/>
          <pc:sldMk cId="2172670349" sldId="290"/>
        </pc:sldMkLst>
        <pc:spChg chg="add mod">
          <ac:chgData name="Akpabio, Mitchell S2500136" userId="af3ef713-034a-48c0-be77-edd5c5040e0a" providerId="ADAL" clId="{59EF4788-3AD1-42F8-BC9A-C6B0A2FC4313}" dt="2026-10-02T20:56:02.156" v="2581" actId="1076"/>
          <ac:spMkLst>
            <pc:docMk/>
            <pc:sldMk cId="2172670349" sldId="290"/>
            <ac:spMk id="12" creationId="{A46DAFAA-60C9-E819-7E1A-68250E0E4A0A}"/>
          </ac:spMkLst>
        </pc:spChg>
      </pc:sldChg>
      <pc:sldChg chg="modSp">
        <pc:chgData name="Akpabio, Mitchell S2500136" userId="af3ef713-034a-48c0-be77-edd5c5040e0a" providerId="ADAL" clId="{59EF4788-3AD1-42F8-BC9A-C6B0A2FC4313}" dt="2026-10-03T20:08:11.785" v="3145" actId="20577"/>
        <pc:sldMkLst>
          <pc:docMk/>
          <pc:sldMk cId="3791651938" sldId="291"/>
        </pc:sldMkLst>
      </pc:sldChg>
    </pc:docChg>
  </pc:docChgLst>
  <pc:docChgLst>
    <pc:chgData name="Idowu, Gideon S2501665" userId="d9918a50-a33b-4967-b4ab-4bf45a1e498e" providerId="ADAL" clId="{75A7CB85-90A9-4526-926F-8D05989F2687}"/>
    <pc:docChg chg="custSel modSld">
      <pc:chgData name="Idowu, Gideon S2501665" userId="d9918a50-a33b-4967-b4ab-4bf45a1e498e" providerId="ADAL" clId="{75A7CB85-90A9-4526-926F-8D05989F2687}" dt="2026-09-29T12:04:13.610" v="5" actId="478"/>
      <pc:docMkLst>
        <pc:docMk/>
      </pc:docMkLst>
      <pc:sldChg chg="addSp delSp modSp mod">
        <pc:chgData name="Idowu, Gideon S2501665" userId="d9918a50-a33b-4967-b4ab-4bf45a1e498e" providerId="ADAL" clId="{75A7CB85-90A9-4526-926F-8D05989F2687}" dt="2026-09-29T12:04:13.610" v="5" actId="478"/>
        <pc:sldMkLst>
          <pc:docMk/>
          <pc:sldMk cId="2105109756" sldId="258"/>
        </pc:sldMkLst>
      </pc:sldChg>
    </pc:docChg>
  </pc:docChgLst>
  <pc:docChgLst>
    <pc:chgData name="Idowu, Gideon S2501665" userId="d9918a50-a33b-4967-b4ab-4bf45a1e498e" providerId="ADAL" clId="{38B5A555-326E-49FC-8474-2578BE9DAC94}"/>
    <pc:docChg chg="undo redo custSel delSld modSld">
      <pc:chgData name="Idowu, Gideon S2501665" userId="d9918a50-a33b-4967-b4ab-4bf45a1e498e" providerId="ADAL" clId="{38B5A555-326E-49FC-8474-2578BE9DAC94}" dt="2026-10-05T09:55:25.149" v="1233" actId="1038"/>
      <pc:docMkLst>
        <pc:docMk/>
      </pc:docMkLst>
      <pc:sldChg chg="addSp delSp modSp mod modTransition">
        <pc:chgData name="Idowu, Gideon S2501665" userId="d9918a50-a33b-4967-b4ab-4bf45a1e498e" providerId="ADAL" clId="{38B5A555-326E-49FC-8474-2578BE9DAC94}" dt="2026-09-28T09:55:25.775" v="378" actId="171"/>
        <pc:sldMkLst>
          <pc:docMk/>
          <pc:sldMk cId="3806938108" sldId="256"/>
        </pc:sldMkLst>
        <pc:spChg chg="add ord">
          <ac:chgData name="Idowu, Gideon S2501665" userId="d9918a50-a33b-4967-b4ab-4bf45a1e498e" providerId="ADAL" clId="{38B5A555-326E-49FC-8474-2578BE9DAC94}" dt="2026-09-28T09:55:25.775" v="378" actId="171"/>
          <ac:spMkLst>
            <pc:docMk/>
            <pc:sldMk cId="3806938108" sldId="256"/>
            <ac:spMk id="7" creationId="{37C6147B-C56F-7C04-01FC-5AC7761FA1B1}"/>
          </ac:spMkLst>
        </pc:spChg>
        <pc:spChg chg="mod">
          <ac:chgData name="Idowu, Gideon S2501665" userId="d9918a50-a33b-4967-b4ab-4bf45a1e498e" providerId="ADAL" clId="{38B5A555-326E-49FC-8474-2578BE9DAC94}" dt="2026-09-28T09:43:45.659" v="331" actId="1076"/>
          <ac:spMkLst>
            <pc:docMk/>
            <pc:sldMk cId="3806938108" sldId="256"/>
            <ac:spMk id="29" creationId="{CAE51B00-9E61-357A-1670-1491D91810C4}"/>
          </ac:spMkLst>
        </pc:spChg>
        <pc:picChg chg="mod">
          <ac:chgData name="Idowu, Gideon S2501665" userId="d9918a50-a33b-4967-b4ab-4bf45a1e498e" providerId="ADAL" clId="{38B5A555-326E-49FC-8474-2578BE9DAC94}" dt="2026-09-28T08:50:10.029" v="42" actId="1076"/>
          <ac:picMkLst>
            <pc:docMk/>
            <pc:sldMk cId="3806938108" sldId="256"/>
            <ac:picMk id="21" creationId="{B332BA96-1930-AAB0-916D-ABE7295863AD}"/>
          </ac:picMkLst>
        </pc:picChg>
      </pc:sldChg>
      <pc:sldChg chg="addSp delSp modSp mod modTransition">
        <pc:chgData name="Idowu, Gideon S2501665" userId="d9918a50-a33b-4967-b4ab-4bf45a1e498e" providerId="ADAL" clId="{38B5A555-326E-49FC-8474-2578BE9DAC94}" dt="2026-10-02T10:28:51.891" v="871"/>
        <pc:sldMkLst>
          <pc:docMk/>
          <pc:sldMk cId="2105109756" sldId="258"/>
        </pc:sldMkLst>
        <pc:spChg chg="add mod ord">
          <ac:chgData name="Idowu, Gideon S2501665" userId="d9918a50-a33b-4967-b4ab-4bf45a1e498e" providerId="ADAL" clId="{38B5A555-326E-49FC-8474-2578BE9DAC94}" dt="2026-09-28T11:31:32.073" v="491" actId="2085"/>
          <ac:spMkLst>
            <pc:docMk/>
            <pc:sldMk cId="2105109756" sldId="258"/>
            <ac:spMk id="3" creationId="{966989B2-45B8-691B-93C1-1BE6145F24AC}"/>
          </ac:spMkLst>
        </pc:spChg>
        <pc:spChg chg="add mod ord">
          <ac:chgData name="Idowu, Gideon S2501665" userId="d9918a50-a33b-4967-b4ab-4bf45a1e498e" providerId="ADAL" clId="{38B5A555-326E-49FC-8474-2578BE9DAC94}" dt="2026-09-28T11:27:50.144" v="438" actId="1076"/>
          <ac:spMkLst>
            <pc:docMk/>
            <pc:sldMk cId="2105109756" sldId="258"/>
            <ac:spMk id="7" creationId="{500E5565-0E44-F107-6CF5-C609ECE95779}"/>
          </ac:spMkLst>
        </pc:spChg>
        <pc:picChg chg="add mod">
          <ac:chgData name="Idowu, Gideon S2501665" userId="d9918a50-a33b-4967-b4ab-4bf45a1e498e" providerId="ADAL" clId="{38B5A555-326E-49FC-8474-2578BE9DAC94}" dt="2026-09-28T11:35:23.437" v="542" actId="1076"/>
          <ac:picMkLst>
            <pc:docMk/>
            <pc:sldMk cId="2105109756" sldId="258"/>
            <ac:picMk id="13" creationId="{E2DB87F8-7504-1C41-F834-700BD8F78822}"/>
          </ac:picMkLst>
        </pc:picChg>
      </pc:sldChg>
      <pc:sldChg chg="addSp delSp modSp mod modTransition modAnim">
        <pc:chgData name="Idowu, Gideon S2501665" userId="d9918a50-a33b-4967-b4ab-4bf45a1e498e" providerId="ADAL" clId="{38B5A555-326E-49FC-8474-2578BE9DAC94}" dt="2026-10-05T09:33:31.974" v="1073" actId="20577"/>
        <pc:sldMkLst>
          <pc:docMk/>
          <pc:sldMk cId="1784534232" sldId="266"/>
        </pc:sldMkLst>
        <pc:spChg chg="mod">
          <ac:chgData name="Idowu, Gideon S2501665" userId="d9918a50-a33b-4967-b4ab-4bf45a1e498e" providerId="ADAL" clId="{38B5A555-326E-49FC-8474-2578BE9DAC94}" dt="2026-09-28T09:49:25.021" v="341" actId="207"/>
          <ac:spMkLst>
            <pc:docMk/>
            <pc:sldMk cId="1784534232" sldId="266"/>
            <ac:spMk id="2" creationId="{1F95B063-3537-5855-2AE7-B09490673E09}"/>
          </ac:spMkLst>
        </pc:spChg>
        <pc:spChg chg="add mod">
          <ac:chgData name="Idowu, Gideon S2501665" userId="d9918a50-a33b-4967-b4ab-4bf45a1e498e" providerId="ADAL" clId="{38B5A555-326E-49FC-8474-2578BE9DAC94}" dt="2026-09-28T10:16:00.297" v="421" actId="1582"/>
          <ac:spMkLst>
            <pc:docMk/>
            <pc:sldMk cId="1784534232" sldId="266"/>
            <ac:spMk id="3" creationId="{AB799B34-9ECB-0964-159C-58026A0AF3D8}"/>
          </ac:spMkLst>
        </pc:spChg>
        <pc:spChg chg="mod ord">
          <ac:chgData name="Idowu, Gideon S2501665" userId="d9918a50-a33b-4967-b4ab-4bf45a1e498e" providerId="ADAL" clId="{38B5A555-326E-49FC-8474-2578BE9DAC94}" dt="2026-09-28T09:48:54.528" v="335" actId="1076"/>
          <ac:spMkLst>
            <pc:docMk/>
            <pc:sldMk cId="1784534232" sldId="266"/>
            <ac:spMk id="7" creationId="{FEFCCA6C-DA6C-F84D-52C5-E1B7A1487722}"/>
          </ac:spMkLst>
        </pc:spChg>
        <pc:spChg chg="mod">
          <ac:chgData name="Idowu, Gideon S2501665" userId="d9918a50-a33b-4967-b4ab-4bf45a1e498e" providerId="ADAL" clId="{38B5A555-326E-49FC-8474-2578BE9DAC94}" dt="2026-09-28T10:16:25.847" v="423" actId="208"/>
          <ac:spMkLst>
            <pc:docMk/>
            <pc:sldMk cId="1784534232" sldId="266"/>
            <ac:spMk id="9" creationId="{3FB0265A-01CA-5668-649C-84E45C3A4BF8}"/>
          </ac:spMkLst>
        </pc:spChg>
        <pc:spChg chg="mod">
          <ac:chgData name="Idowu, Gideon S2501665" userId="d9918a50-a33b-4967-b4ab-4bf45a1e498e" providerId="ADAL" clId="{38B5A555-326E-49FC-8474-2578BE9DAC94}" dt="2026-10-05T09:33:31.974" v="1073" actId="20577"/>
          <ac:spMkLst>
            <pc:docMk/>
            <pc:sldMk cId="1784534232" sldId="266"/>
            <ac:spMk id="10" creationId="{62DF1782-11B1-BDE0-29C8-F8E09F1882D5}"/>
          </ac:spMkLst>
        </pc:spChg>
        <pc:spChg chg="add mod">
          <ac:chgData name="Idowu, Gideon S2501665" userId="d9918a50-a33b-4967-b4ab-4bf45a1e498e" providerId="ADAL" clId="{38B5A555-326E-49FC-8474-2578BE9DAC94}" dt="2026-09-28T09:49:10.573" v="337" actId="207"/>
          <ac:spMkLst>
            <pc:docMk/>
            <pc:sldMk cId="1784534232" sldId="266"/>
            <ac:spMk id="17" creationId="{F1F2DF07-0B3C-BE0C-33BB-E1A838AA3E57}"/>
          </ac:spMkLst>
        </pc:spChg>
        <pc:spChg chg="add mod">
          <ac:chgData name="Idowu, Gideon S2501665" userId="d9918a50-a33b-4967-b4ab-4bf45a1e498e" providerId="ADAL" clId="{38B5A555-326E-49FC-8474-2578BE9DAC94}" dt="2026-09-28T09:49:13.614" v="338" actId="207"/>
          <ac:spMkLst>
            <pc:docMk/>
            <pc:sldMk cId="1784534232" sldId="266"/>
            <ac:spMk id="18" creationId="{B290B0AA-E3EE-5E67-3858-34A1AFC83E0A}"/>
          </ac:spMkLst>
        </pc:spChg>
        <pc:spChg chg="add mod">
          <ac:chgData name="Idowu, Gideon S2501665" userId="d9918a50-a33b-4967-b4ab-4bf45a1e498e" providerId="ADAL" clId="{38B5A555-326E-49FC-8474-2578BE9DAC94}" dt="2026-09-28T09:49:06.734" v="336" actId="207"/>
          <ac:spMkLst>
            <pc:docMk/>
            <pc:sldMk cId="1784534232" sldId="266"/>
            <ac:spMk id="19" creationId="{DDAB73C2-4235-E164-A4F1-F1F4582973AC}"/>
          </ac:spMkLst>
        </pc:spChg>
        <pc:spChg chg="add mod">
          <ac:chgData name="Idowu, Gideon S2501665" userId="d9918a50-a33b-4967-b4ab-4bf45a1e498e" providerId="ADAL" clId="{38B5A555-326E-49FC-8474-2578BE9DAC94}" dt="2026-09-28T09:49:16.197" v="339" actId="207"/>
          <ac:spMkLst>
            <pc:docMk/>
            <pc:sldMk cId="1784534232" sldId="266"/>
            <ac:spMk id="29" creationId="{B1CE1FC7-52B6-1595-57D0-8B8B3E7CCC06}"/>
          </ac:spMkLst>
        </pc:spChg>
        <pc:spChg chg="add mod">
          <ac:chgData name="Idowu, Gideon S2501665" userId="d9918a50-a33b-4967-b4ab-4bf45a1e498e" providerId="ADAL" clId="{38B5A555-326E-49FC-8474-2578BE9DAC94}" dt="2026-09-28T09:49:18.341" v="340" actId="207"/>
          <ac:spMkLst>
            <pc:docMk/>
            <pc:sldMk cId="1784534232" sldId="266"/>
            <ac:spMk id="30" creationId="{DE81043A-9389-6E05-BA2A-C25609B2F9F0}"/>
          </ac:spMkLst>
        </pc:spChg>
        <pc:spChg chg="add mod ord">
          <ac:chgData name="Idowu, Gideon S2501665" userId="d9918a50-a33b-4967-b4ab-4bf45a1e498e" providerId="ADAL" clId="{38B5A555-326E-49FC-8474-2578BE9DAC94}" dt="2026-09-28T11:31:53.659" v="495" actId="2085"/>
          <ac:spMkLst>
            <pc:docMk/>
            <pc:sldMk cId="1784534232" sldId="266"/>
            <ac:spMk id="37" creationId="{B509159B-BA44-432C-FD24-A732C0CCBE37}"/>
          </ac:spMkLst>
        </pc:spChg>
        <pc:spChg chg="add mod">
          <ac:chgData name="Idowu, Gideon S2501665" userId="d9918a50-a33b-4967-b4ab-4bf45a1e498e" providerId="ADAL" clId="{38B5A555-326E-49FC-8474-2578BE9DAC94}" dt="2026-09-28T10:13:53.489" v="407" actId="34135"/>
          <ac:spMkLst>
            <pc:docMk/>
            <pc:sldMk cId="1784534232" sldId="266"/>
            <ac:spMk id="42" creationId="{6D696F91-C470-F52B-2FA8-0D1D15BB1224}"/>
          </ac:spMkLst>
        </pc:spChg>
        <pc:picChg chg="add mod">
          <ac:chgData name="Idowu, Gideon S2501665" userId="d9918a50-a33b-4967-b4ab-4bf45a1e498e" providerId="ADAL" clId="{38B5A555-326E-49FC-8474-2578BE9DAC94}" dt="2026-09-28T09:16:13.244" v="258" actId="1076"/>
          <ac:picMkLst>
            <pc:docMk/>
            <pc:sldMk cId="1784534232" sldId="266"/>
            <ac:picMk id="16" creationId="{562C450B-602B-BEB6-F69D-DE92C2A280F0}"/>
          </ac:picMkLst>
        </pc:picChg>
        <pc:picChg chg="add mod">
          <ac:chgData name="Idowu, Gideon S2501665" userId="d9918a50-a33b-4967-b4ab-4bf45a1e498e" providerId="ADAL" clId="{38B5A555-326E-49FC-8474-2578BE9DAC94}" dt="2026-09-28T08:58:40.503" v="117" actId="1076"/>
          <ac:picMkLst>
            <pc:docMk/>
            <pc:sldMk cId="1784534232" sldId="266"/>
            <ac:picMk id="22" creationId="{034F328F-049D-B062-FBA7-240DD1233D1F}"/>
          </ac:picMkLst>
        </pc:picChg>
        <pc:picChg chg="add mod">
          <ac:chgData name="Idowu, Gideon S2501665" userId="d9918a50-a33b-4967-b4ab-4bf45a1e498e" providerId="ADAL" clId="{38B5A555-326E-49FC-8474-2578BE9DAC94}" dt="2026-09-28T09:10:33.193" v="242" actId="1076"/>
          <ac:picMkLst>
            <pc:docMk/>
            <pc:sldMk cId="1784534232" sldId="266"/>
            <ac:picMk id="32" creationId="{ADA3AC4C-23F8-A842-1BB7-83412D174AC9}"/>
          </ac:picMkLst>
        </pc:picChg>
        <pc:picChg chg="add mod">
          <ac:chgData name="Idowu, Gideon S2501665" userId="d9918a50-a33b-4967-b4ab-4bf45a1e498e" providerId="ADAL" clId="{38B5A555-326E-49FC-8474-2578BE9DAC94}" dt="2026-09-28T09:10:00.202" v="238" actId="1076"/>
          <ac:picMkLst>
            <pc:docMk/>
            <pc:sldMk cId="1784534232" sldId="266"/>
            <ac:picMk id="33" creationId="{E8F65909-5A61-8B85-ED16-D0C82FA41655}"/>
          </ac:picMkLst>
        </pc:picChg>
        <pc:picChg chg="add mod ord">
          <ac:chgData name="Idowu, Gideon S2501665" userId="d9918a50-a33b-4967-b4ab-4bf45a1e498e" providerId="ADAL" clId="{38B5A555-326E-49FC-8474-2578BE9DAC94}" dt="2026-09-28T10:13:53.489" v="407" actId="34135"/>
          <ac:picMkLst>
            <pc:docMk/>
            <pc:sldMk cId="1784534232" sldId="266"/>
            <ac:picMk id="41" creationId="{BA6773FE-1FDD-6D16-C0E3-060CB3C83F78}"/>
          </ac:picMkLst>
        </pc:picChg>
      </pc:sldChg>
      <pc:sldChg chg="addSp delSp modSp mod modTransition">
        <pc:chgData name="Idowu, Gideon S2501665" userId="d9918a50-a33b-4967-b4ab-4bf45a1e498e" providerId="ADAL" clId="{38B5A555-326E-49FC-8474-2578BE9DAC94}" dt="2026-10-02T10:33:42.536" v="881" actId="478"/>
        <pc:sldMkLst>
          <pc:docMk/>
          <pc:sldMk cId="652170914" sldId="270"/>
        </pc:sldMkLst>
      </pc:sldChg>
      <pc:sldChg chg="addSp delSp modSp mod modAnim">
        <pc:chgData name="Idowu, Gideon S2501665" userId="d9918a50-a33b-4967-b4ab-4bf45a1e498e" providerId="ADAL" clId="{38B5A555-326E-49FC-8474-2578BE9DAC94}" dt="2026-10-05T09:51:50.464" v="1115" actId="1038"/>
        <pc:sldMkLst>
          <pc:docMk/>
          <pc:sldMk cId="1819186965" sldId="271"/>
        </pc:sldMkLst>
        <pc:spChg chg="mod">
          <ac:chgData name="Idowu, Gideon S2501665" userId="d9918a50-a33b-4967-b4ab-4bf45a1e498e" providerId="ADAL" clId="{38B5A555-326E-49FC-8474-2578BE9DAC94}" dt="2026-09-30T11:57:59.878" v="625" actId="20577"/>
          <ac:spMkLst>
            <pc:docMk/>
            <pc:sldMk cId="1819186965" sldId="271"/>
            <ac:spMk id="2" creationId="{FDBCFEB0-F6A8-4FFC-3865-7F5A555980CD}"/>
          </ac:spMkLst>
        </pc:spChg>
        <pc:spChg chg="mod ord">
          <ac:chgData name="Idowu, Gideon S2501665" userId="d9918a50-a33b-4967-b4ab-4bf45a1e498e" providerId="ADAL" clId="{38B5A555-326E-49FC-8474-2578BE9DAC94}" dt="2026-10-05T09:51:50.464" v="1115" actId="1038"/>
          <ac:spMkLst>
            <pc:docMk/>
            <pc:sldMk cId="1819186965" sldId="271"/>
            <ac:spMk id="3" creationId="{C4838705-B72C-002F-B725-77404468A34F}"/>
          </ac:spMkLst>
        </pc:spChg>
        <pc:spChg chg="mod">
          <ac:chgData name="Idowu, Gideon S2501665" userId="d9918a50-a33b-4967-b4ab-4bf45a1e498e" providerId="ADAL" clId="{38B5A555-326E-49FC-8474-2578BE9DAC94}" dt="2026-10-05T09:51:50.464" v="1115" actId="1038"/>
          <ac:spMkLst>
            <pc:docMk/>
            <pc:sldMk cId="1819186965" sldId="271"/>
            <ac:spMk id="4" creationId="{75D2D753-6824-D92E-EE5F-4E1E606D50B8}"/>
          </ac:spMkLst>
        </pc:spChg>
        <pc:spChg chg="add mod ord">
          <ac:chgData name="Idowu, Gideon S2501665" userId="d9918a50-a33b-4967-b4ab-4bf45a1e498e" providerId="ADAL" clId="{38B5A555-326E-49FC-8474-2578BE9DAC94}" dt="2026-10-02T11:00:20.962" v="943" actId="1076"/>
          <ac:spMkLst>
            <pc:docMk/>
            <pc:sldMk cId="1819186965" sldId="271"/>
            <ac:spMk id="5" creationId="{65C71283-3677-CAAA-206E-7C3D4070442F}"/>
          </ac:spMkLst>
        </pc:spChg>
        <pc:spChg chg="mod">
          <ac:chgData name="Idowu, Gideon S2501665" userId="d9918a50-a33b-4967-b4ab-4bf45a1e498e" providerId="ADAL" clId="{38B5A555-326E-49FC-8474-2578BE9DAC94}" dt="2026-10-05T09:51:50.464" v="1115" actId="1038"/>
          <ac:spMkLst>
            <pc:docMk/>
            <pc:sldMk cId="1819186965" sldId="271"/>
            <ac:spMk id="7" creationId="{CA56ED5E-CB44-2E27-9696-D300D12CCEDC}"/>
          </ac:spMkLst>
        </pc:spChg>
        <pc:spChg chg="add mod">
          <ac:chgData name="Idowu, Gideon S2501665" userId="d9918a50-a33b-4967-b4ab-4bf45a1e498e" providerId="ADAL" clId="{38B5A555-326E-49FC-8474-2578BE9DAC94}" dt="2026-10-05T09:51:50.464" v="1115" actId="1038"/>
          <ac:spMkLst>
            <pc:docMk/>
            <pc:sldMk cId="1819186965" sldId="271"/>
            <ac:spMk id="8" creationId="{883690B8-3F3F-420D-DC17-C473D39A6655}"/>
          </ac:spMkLst>
        </pc:spChg>
        <pc:spChg chg="add mod">
          <ac:chgData name="Idowu, Gideon S2501665" userId="d9918a50-a33b-4967-b4ab-4bf45a1e498e" providerId="ADAL" clId="{38B5A555-326E-49FC-8474-2578BE9DAC94}" dt="2026-10-05T09:51:50.464" v="1115" actId="1038"/>
          <ac:spMkLst>
            <pc:docMk/>
            <pc:sldMk cId="1819186965" sldId="271"/>
            <ac:spMk id="9" creationId="{8B127E7E-43E9-0797-1AA7-CC9BBBF26D8C}"/>
          </ac:spMkLst>
        </pc:spChg>
        <pc:spChg chg="add mod">
          <ac:chgData name="Idowu, Gideon S2501665" userId="d9918a50-a33b-4967-b4ab-4bf45a1e498e" providerId="ADAL" clId="{38B5A555-326E-49FC-8474-2578BE9DAC94}" dt="2026-10-05T09:51:50.464" v="1115" actId="1038"/>
          <ac:spMkLst>
            <pc:docMk/>
            <pc:sldMk cId="1819186965" sldId="271"/>
            <ac:spMk id="10" creationId="{7DBF5B7D-B819-BCA1-F4C9-9F9B2B47BB0E}"/>
          </ac:spMkLst>
        </pc:spChg>
        <pc:spChg chg="add del mod">
          <ac:chgData name="Idowu, Gideon S2501665" userId="d9918a50-a33b-4967-b4ab-4bf45a1e498e" providerId="ADAL" clId="{38B5A555-326E-49FC-8474-2578BE9DAC94}" dt="2026-10-05T09:51:50.464" v="1115" actId="1038"/>
          <ac:spMkLst>
            <pc:docMk/>
            <pc:sldMk cId="1819186965" sldId="271"/>
            <ac:spMk id="11" creationId="{2D764D9F-9096-A795-35AE-DAA1FA5BA622}"/>
          </ac:spMkLst>
        </pc:spChg>
        <pc:spChg chg="mod">
          <ac:chgData name="Idowu, Gideon S2501665" userId="d9918a50-a33b-4967-b4ab-4bf45a1e498e" providerId="ADAL" clId="{38B5A555-326E-49FC-8474-2578BE9DAC94}" dt="2026-10-05T09:51:50.464" v="1115" actId="1038"/>
          <ac:spMkLst>
            <pc:docMk/>
            <pc:sldMk cId="1819186965" sldId="271"/>
            <ac:spMk id="15" creationId="{46903A34-4FDA-427E-B051-525D7F1133C9}"/>
          </ac:spMkLst>
        </pc:spChg>
        <pc:picChg chg="mod">
          <ac:chgData name="Idowu, Gideon S2501665" userId="d9918a50-a33b-4967-b4ab-4bf45a1e498e" providerId="ADAL" clId="{38B5A555-326E-49FC-8474-2578BE9DAC94}" dt="2026-10-05T09:51:50.464" v="1115" actId="1038"/>
          <ac:picMkLst>
            <pc:docMk/>
            <pc:sldMk cId="1819186965" sldId="271"/>
            <ac:picMk id="17" creationId="{F53A5198-5D29-E567-EDAC-4F175EA11F5E}"/>
          </ac:picMkLst>
        </pc:picChg>
        <pc:cxnChg chg="add mod ord">
          <ac:chgData name="Idowu, Gideon S2501665" userId="d9918a50-a33b-4967-b4ab-4bf45a1e498e" providerId="ADAL" clId="{38B5A555-326E-49FC-8474-2578BE9DAC94}" dt="2026-10-02T10:53:25.140" v="928" actId="1037"/>
          <ac:cxnSpMkLst>
            <pc:docMk/>
            <pc:sldMk cId="1819186965" sldId="271"/>
            <ac:cxnSpMk id="16" creationId="{53F39CC9-9DA3-68F6-FA23-991264A3D1D6}"/>
          </ac:cxnSpMkLst>
        </pc:cxnChg>
        <pc:cxnChg chg="add mod">
          <ac:chgData name="Idowu, Gideon S2501665" userId="d9918a50-a33b-4967-b4ab-4bf45a1e498e" providerId="ADAL" clId="{38B5A555-326E-49FC-8474-2578BE9DAC94}" dt="2026-10-02T10:51:04.708" v="914" actId="14100"/>
          <ac:cxnSpMkLst>
            <pc:docMk/>
            <pc:sldMk cId="1819186965" sldId="271"/>
            <ac:cxnSpMk id="19" creationId="{4AF92E51-4B0A-31FE-D77D-2462879B930B}"/>
          </ac:cxnSpMkLst>
        </pc:cxnChg>
        <pc:cxnChg chg="add mod">
          <ac:chgData name="Idowu, Gideon S2501665" userId="d9918a50-a33b-4967-b4ab-4bf45a1e498e" providerId="ADAL" clId="{38B5A555-326E-49FC-8474-2578BE9DAC94}" dt="2026-10-05T09:51:50.464" v="1115" actId="1038"/>
          <ac:cxnSpMkLst>
            <pc:docMk/>
            <pc:sldMk cId="1819186965" sldId="271"/>
            <ac:cxnSpMk id="32" creationId="{643F2A6C-88CC-0FEA-CD2A-0E301E8D13BC}"/>
          </ac:cxnSpMkLst>
        </pc:cxnChg>
        <pc:cxnChg chg="add mod">
          <ac:chgData name="Idowu, Gideon S2501665" userId="d9918a50-a33b-4967-b4ab-4bf45a1e498e" providerId="ADAL" clId="{38B5A555-326E-49FC-8474-2578BE9DAC94}" dt="2026-10-05T09:51:31.670" v="1076" actId="1038"/>
          <ac:cxnSpMkLst>
            <pc:docMk/>
            <pc:sldMk cId="1819186965" sldId="271"/>
            <ac:cxnSpMk id="40" creationId="{AF0B41E1-F4D7-B00A-8657-7B1E353F341E}"/>
          </ac:cxnSpMkLst>
        </pc:cxnChg>
      </pc:sldChg>
      <pc:sldChg chg="addSp delSp modSp mod modAnim">
        <pc:chgData name="Idowu, Gideon S2501665" userId="d9918a50-a33b-4967-b4ab-4bf45a1e498e" providerId="ADAL" clId="{38B5A555-326E-49FC-8474-2578BE9DAC94}" dt="2026-10-05T09:33:28.109" v="1072" actId="20577"/>
        <pc:sldMkLst>
          <pc:docMk/>
          <pc:sldMk cId="3129076597" sldId="273"/>
        </pc:sldMkLst>
        <pc:spChg chg="mod">
          <ac:chgData name="Idowu, Gideon S2501665" userId="d9918a50-a33b-4967-b4ab-4bf45a1e498e" providerId="ADAL" clId="{38B5A555-326E-49FC-8474-2578BE9DAC94}" dt="2026-10-05T09:33:28.109" v="1072" actId="20577"/>
          <ac:spMkLst>
            <pc:docMk/>
            <pc:sldMk cId="3129076597" sldId="273"/>
            <ac:spMk id="16" creationId="{6D51DB20-004D-9E5D-3632-37FF93899991}"/>
          </ac:spMkLst>
        </pc:spChg>
      </pc:sldChg>
      <pc:sldChg chg="addSp delSp modSp mod addAnim delAnim modAnim">
        <pc:chgData name="Idowu, Gideon S2501665" userId="d9918a50-a33b-4967-b4ab-4bf45a1e498e" providerId="ADAL" clId="{38B5A555-326E-49FC-8474-2578BE9DAC94}" dt="2026-10-05T09:55:25.149" v="1233" actId="1038"/>
        <pc:sldMkLst>
          <pc:docMk/>
          <pc:sldMk cId="1876102277" sldId="274"/>
        </pc:sldMkLst>
        <pc:spChg chg="add mod">
          <ac:chgData name="Idowu, Gideon S2501665" userId="d9918a50-a33b-4967-b4ab-4bf45a1e498e" providerId="ADAL" clId="{38B5A555-326E-49FC-8474-2578BE9DAC94}" dt="2026-10-05T09:55:21.351" v="1221" actId="1076"/>
          <ac:spMkLst>
            <pc:docMk/>
            <pc:sldMk cId="1876102277" sldId="274"/>
            <ac:spMk id="3" creationId="{49ADDBFC-96D5-4518-EBE8-13AC41BFB4CB}"/>
          </ac:spMkLst>
        </pc:spChg>
        <pc:spChg chg="mod">
          <ac:chgData name="Idowu, Gideon S2501665" userId="d9918a50-a33b-4967-b4ab-4bf45a1e498e" providerId="ADAL" clId="{38B5A555-326E-49FC-8474-2578BE9DAC94}" dt="2026-10-05T08:47:26.563" v="966" actId="1076"/>
          <ac:spMkLst>
            <pc:docMk/>
            <pc:sldMk cId="1876102277" sldId="274"/>
            <ac:spMk id="5" creationId="{7E0D6945-FBAC-CFBC-8ABA-6A04A5892AE1}"/>
          </ac:spMkLst>
        </pc:spChg>
        <pc:spChg chg="mod">
          <ac:chgData name="Idowu, Gideon S2501665" userId="d9918a50-a33b-4967-b4ab-4bf45a1e498e" providerId="ADAL" clId="{38B5A555-326E-49FC-8474-2578BE9DAC94}" dt="2026-10-05T09:54:35.295" v="1206" actId="1035"/>
          <ac:spMkLst>
            <pc:docMk/>
            <pc:sldMk cId="1876102277" sldId="274"/>
            <ac:spMk id="9" creationId="{C5EFBF43-5D08-E9D1-DF10-7D4415C688E7}"/>
          </ac:spMkLst>
        </pc:spChg>
        <pc:spChg chg="mod">
          <ac:chgData name="Idowu, Gideon S2501665" userId="d9918a50-a33b-4967-b4ab-4bf45a1e498e" providerId="ADAL" clId="{38B5A555-326E-49FC-8474-2578BE9DAC94}" dt="2026-10-05T09:55:01.082" v="1214" actId="1076"/>
          <ac:spMkLst>
            <pc:docMk/>
            <pc:sldMk cId="1876102277" sldId="274"/>
            <ac:spMk id="10" creationId="{0BF2E8F2-8575-94EA-CD33-5757BE98A5F4}"/>
          </ac:spMkLst>
        </pc:spChg>
        <pc:spChg chg="mod">
          <ac:chgData name="Idowu, Gideon S2501665" userId="d9918a50-a33b-4967-b4ab-4bf45a1e498e" providerId="ADAL" clId="{38B5A555-326E-49FC-8474-2578BE9DAC94}" dt="2026-10-05T09:55:01.082" v="1214" actId="1076"/>
          <ac:spMkLst>
            <pc:docMk/>
            <pc:sldMk cId="1876102277" sldId="274"/>
            <ac:spMk id="17" creationId="{AA2711F0-A03C-B251-5B39-0D86758C29CB}"/>
          </ac:spMkLst>
        </pc:spChg>
        <pc:picChg chg="mod">
          <ac:chgData name="Idowu, Gideon S2501665" userId="d9918a50-a33b-4967-b4ab-4bf45a1e498e" providerId="ADAL" clId="{38B5A555-326E-49FC-8474-2578BE9DAC94}" dt="2026-10-05T09:55:01.082" v="1214" actId="1076"/>
          <ac:picMkLst>
            <pc:docMk/>
            <pc:sldMk cId="1876102277" sldId="274"/>
            <ac:picMk id="20" creationId="{2F6E342D-2728-9DA1-930D-0A2D3D73A850}"/>
          </ac:picMkLst>
        </pc:picChg>
        <pc:picChg chg="mod">
          <ac:chgData name="Idowu, Gideon S2501665" userId="d9918a50-a33b-4967-b4ab-4bf45a1e498e" providerId="ADAL" clId="{38B5A555-326E-49FC-8474-2578BE9DAC94}" dt="2026-10-05T09:55:25.149" v="1233" actId="1038"/>
          <ac:picMkLst>
            <pc:docMk/>
            <pc:sldMk cId="1876102277" sldId="274"/>
            <ac:picMk id="22" creationId="{19C6189D-965A-190F-7CCB-CF7CA5F4D533}"/>
          </ac:picMkLst>
        </pc:picChg>
        <pc:picChg chg="mod">
          <ac:chgData name="Idowu, Gideon S2501665" userId="d9918a50-a33b-4967-b4ab-4bf45a1e498e" providerId="ADAL" clId="{38B5A555-326E-49FC-8474-2578BE9DAC94}" dt="2026-10-05T09:54:47.158" v="1212" actId="1036"/>
          <ac:picMkLst>
            <pc:docMk/>
            <pc:sldMk cId="1876102277" sldId="274"/>
            <ac:picMk id="29" creationId="{9B785F61-5AE1-D5AC-9492-05B42CCCABAE}"/>
          </ac:picMkLst>
        </pc:picChg>
      </pc:sldChg>
      <pc:sldChg chg="addSp delSp modSp mod modTransition">
        <pc:chgData name="Idowu, Gideon S2501665" userId="d9918a50-a33b-4967-b4ab-4bf45a1e498e" providerId="ADAL" clId="{38B5A555-326E-49FC-8474-2578BE9DAC94}" dt="2026-09-29T14:24:43.192" v="576"/>
        <pc:sldMkLst>
          <pc:docMk/>
          <pc:sldMk cId="2184408091" sldId="280"/>
        </pc:sldMkLst>
        <pc:spChg chg="mod">
          <ac:chgData name="Idowu, Gideon S2501665" userId="d9918a50-a33b-4967-b4ab-4bf45a1e498e" providerId="ADAL" clId="{38B5A555-326E-49FC-8474-2578BE9DAC94}" dt="2026-09-28T11:32:06.493" v="497" actId="1076"/>
          <ac:spMkLst>
            <pc:docMk/>
            <pc:sldMk cId="2184408091" sldId="280"/>
            <ac:spMk id="3" creationId="{966E0468-9991-03F4-C098-22D41AD7D858}"/>
          </ac:spMkLst>
        </pc:spChg>
        <pc:spChg chg="add ord">
          <ac:chgData name="Idowu, Gideon S2501665" userId="d9918a50-a33b-4967-b4ab-4bf45a1e498e" providerId="ADAL" clId="{38B5A555-326E-49FC-8474-2578BE9DAC94}" dt="2026-09-29T08:05:53.177" v="564" actId="171"/>
          <ac:spMkLst>
            <pc:docMk/>
            <pc:sldMk cId="2184408091" sldId="280"/>
            <ac:spMk id="6" creationId="{D4FFC53A-0E43-902A-5F8A-969867BDAA53}"/>
          </ac:spMkLst>
        </pc:spChg>
        <pc:spChg chg="add mod ord">
          <ac:chgData name="Idowu, Gideon S2501665" userId="d9918a50-a33b-4967-b4ab-4bf45a1e498e" providerId="ADAL" clId="{38B5A555-326E-49FC-8474-2578BE9DAC94}" dt="2026-09-28T11:29:25.604" v="482" actId="1076"/>
          <ac:spMkLst>
            <pc:docMk/>
            <pc:sldMk cId="2184408091" sldId="280"/>
            <ac:spMk id="10" creationId="{F003F7D6-D133-10AA-3E59-89F3FD677EDB}"/>
          </ac:spMkLst>
        </pc:spChg>
        <pc:picChg chg="add mod">
          <ac:chgData name="Idowu, Gideon S2501665" userId="d9918a50-a33b-4967-b4ab-4bf45a1e498e" providerId="ADAL" clId="{38B5A555-326E-49FC-8474-2578BE9DAC94}" dt="2026-09-28T11:35:13.298" v="540" actId="1076"/>
          <ac:picMkLst>
            <pc:docMk/>
            <pc:sldMk cId="2184408091" sldId="280"/>
            <ac:picMk id="5" creationId="{F59182A4-5C79-9926-3028-124A2BED7214}"/>
          </ac:picMkLst>
        </pc:picChg>
        <pc:picChg chg="add ord">
          <ac:chgData name="Idowu, Gideon S2501665" userId="d9918a50-a33b-4967-b4ab-4bf45a1e498e" providerId="ADAL" clId="{38B5A555-326E-49FC-8474-2578BE9DAC94}" dt="2026-09-28T10:14:03.943" v="413" actId="171"/>
          <ac:picMkLst>
            <pc:docMk/>
            <pc:sldMk cId="2184408091" sldId="280"/>
            <ac:picMk id="8" creationId="{08494A4F-7E1B-2D5D-1C8D-E692E6CC61A2}"/>
          </ac:picMkLst>
        </pc:picChg>
      </pc:sldChg>
      <pc:sldChg chg="addSp modSp mod modTransition modAnim">
        <pc:chgData name="Idowu, Gideon S2501665" userId="d9918a50-a33b-4967-b4ab-4bf45a1e498e" providerId="ADAL" clId="{38B5A555-326E-49FC-8474-2578BE9DAC94}" dt="2026-10-02T10:53:02.374" v="924"/>
        <pc:sldMkLst>
          <pc:docMk/>
          <pc:sldMk cId="184763765" sldId="281"/>
        </pc:sldMkLst>
      </pc:sldChg>
      <pc:sldChg chg="modSp mod">
        <pc:chgData name="Idowu, Gideon S2501665" userId="d9918a50-a33b-4967-b4ab-4bf45a1e498e" providerId="ADAL" clId="{38B5A555-326E-49FC-8474-2578BE9DAC94}" dt="2026-10-05T09:52:18.271" v="1134" actId="1038"/>
        <pc:sldMkLst>
          <pc:docMk/>
          <pc:sldMk cId="2172670349" sldId="290"/>
        </pc:sldMkLst>
        <pc:spChg chg="mod">
          <ac:chgData name="Idowu, Gideon S2501665" userId="d9918a50-a33b-4967-b4ab-4bf45a1e498e" providerId="ADAL" clId="{38B5A555-326E-49FC-8474-2578BE9DAC94}" dt="2026-10-05T09:52:18.271" v="1134" actId="1038"/>
          <ac:spMkLst>
            <pc:docMk/>
            <pc:sldMk cId="2172670349" sldId="290"/>
            <ac:spMk id="3" creationId="{DD65CF0E-B826-23D2-82EF-61E0D7BC8DC7}"/>
          </ac:spMkLst>
        </pc:spChg>
        <pc:spChg chg="mod">
          <ac:chgData name="Idowu, Gideon S2501665" userId="d9918a50-a33b-4967-b4ab-4bf45a1e498e" providerId="ADAL" clId="{38B5A555-326E-49FC-8474-2578BE9DAC94}" dt="2026-10-05T09:52:18.271" v="1134" actId="1038"/>
          <ac:spMkLst>
            <pc:docMk/>
            <pc:sldMk cId="2172670349" sldId="290"/>
            <ac:spMk id="4" creationId="{55EF7507-4B37-6C5F-C450-C6BE68EE712B}"/>
          </ac:spMkLst>
        </pc:spChg>
        <pc:spChg chg="mod">
          <ac:chgData name="Idowu, Gideon S2501665" userId="d9918a50-a33b-4967-b4ab-4bf45a1e498e" providerId="ADAL" clId="{38B5A555-326E-49FC-8474-2578BE9DAC94}" dt="2026-10-05T09:52:18.271" v="1134" actId="1038"/>
          <ac:spMkLst>
            <pc:docMk/>
            <pc:sldMk cId="2172670349" sldId="290"/>
            <ac:spMk id="7" creationId="{3025D005-2197-87BB-7F5C-AD7CFBFD961F}"/>
          </ac:spMkLst>
        </pc:spChg>
        <pc:spChg chg="mod">
          <ac:chgData name="Idowu, Gideon S2501665" userId="d9918a50-a33b-4967-b4ab-4bf45a1e498e" providerId="ADAL" clId="{38B5A555-326E-49FC-8474-2578BE9DAC94}" dt="2026-10-05T09:52:18.271" v="1134" actId="1038"/>
          <ac:spMkLst>
            <pc:docMk/>
            <pc:sldMk cId="2172670349" sldId="290"/>
            <ac:spMk id="8" creationId="{F7ADB824-9D9D-2E0F-FF68-80ED1D98ECE3}"/>
          </ac:spMkLst>
        </pc:spChg>
        <pc:spChg chg="mod">
          <ac:chgData name="Idowu, Gideon S2501665" userId="d9918a50-a33b-4967-b4ab-4bf45a1e498e" providerId="ADAL" clId="{38B5A555-326E-49FC-8474-2578BE9DAC94}" dt="2026-10-05T09:52:18.271" v="1134" actId="1038"/>
          <ac:spMkLst>
            <pc:docMk/>
            <pc:sldMk cId="2172670349" sldId="290"/>
            <ac:spMk id="9" creationId="{A1D248D7-582D-0938-D9FF-4C490DE314A7}"/>
          </ac:spMkLst>
        </pc:spChg>
        <pc:spChg chg="mod">
          <ac:chgData name="Idowu, Gideon S2501665" userId="d9918a50-a33b-4967-b4ab-4bf45a1e498e" providerId="ADAL" clId="{38B5A555-326E-49FC-8474-2578BE9DAC94}" dt="2026-10-05T09:52:18.271" v="1134" actId="1038"/>
          <ac:spMkLst>
            <pc:docMk/>
            <pc:sldMk cId="2172670349" sldId="290"/>
            <ac:spMk id="10" creationId="{893DC7DF-D5E9-C2DB-E6CE-6B6D10035AEB}"/>
          </ac:spMkLst>
        </pc:spChg>
        <pc:spChg chg="mod">
          <ac:chgData name="Idowu, Gideon S2501665" userId="d9918a50-a33b-4967-b4ab-4bf45a1e498e" providerId="ADAL" clId="{38B5A555-326E-49FC-8474-2578BE9DAC94}" dt="2026-10-05T09:52:18.271" v="1134" actId="1038"/>
          <ac:spMkLst>
            <pc:docMk/>
            <pc:sldMk cId="2172670349" sldId="290"/>
            <ac:spMk id="11" creationId="{CB01FBF8-0C8A-B5C2-177F-FE0DE9517096}"/>
          </ac:spMkLst>
        </pc:spChg>
        <pc:spChg chg="mod">
          <ac:chgData name="Idowu, Gideon S2501665" userId="d9918a50-a33b-4967-b4ab-4bf45a1e498e" providerId="ADAL" clId="{38B5A555-326E-49FC-8474-2578BE9DAC94}" dt="2026-10-05T09:52:18.271" v="1134" actId="1038"/>
          <ac:spMkLst>
            <pc:docMk/>
            <pc:sldMk cId="2172670349" sldId="290"/>
            <ac:spMk id="15" creationId="{F259D73D-8D4A-DAF2-ABEC-A9A3E0695E2A}"/>
          </ac:spMkLst>
        </pc:spChg>
        <pc:picChg chg="mod">
          <ac:chgData name="Idowu, Gideon S2501665" userId="d9918a50-a33b-4967-b4ab-4bf45a1e498e" providerId="ADAL" clId="{38B5A555-326E-49FC-8474-2578BE9DAC94}" dt="2026-10-05T09:52:18.271" v="1134" actId="1038"/>
          <ac:picMkLst>
            <pc:docMk/>
            <pc:sldMk cId="2172670349" sldId="290"/>
            <ac:picMk id="60" creationId="{B8B4A681-2488-A0DF-5801-EE6E755F282A}"/>
          </ac:picMkLst>
        </pc:picChg>
        <pc:cxnChg chg="mod">
          <ac:chgData name="Idowu, Gideon S2501665" userId="d9918a50-a33b-4967-b4ab-4bf45a1e498e" providerId="ADAL" clId="{38B5A555-326E-49FC-8474-2578BE9DAC94}" dt="2026-10-05T09:52:18.271" v="1134" actId="1038"/>
          <ac:cxnSpMkLst>
            <pc:docMk/>
            <pc:sldMk cId="2172670349" sldId="290"/>
            <ac:cxnSpMk id="32" creationId="{0C8FFD5F-3B6F-F093-4901-F1B231183F13}"/>
          </ac:cxnSpMkLst>
        </pc:cxnChg>
      </pc:sldChg>
    </pc:docChg>
  </pc:docChgLst>
  <pc:docChgLst>
    <pc:chgData name="Idowu, Gideon S2501665" userId="d9918a50-a33b-4967-b4ab-4bf45a1e498e" providerId="ADAL" clId="{211E5B1E-5A7D-433C-A103-2F0CE4C2C176}"/>
    <pc:docChg chg="undo custSel modSld">
      <pc:chgData name="Idowu, Gideon S2501665" userId="d9918a50-a33b-4967-b4ab-4bf45a1e498e" providerId="ADAL" clId="{211E5B1E-5A7D-433C-A103-2F0CE4C2C176}" dt="2026-09-28T08:35:49.840" v="166" actId="1076"/>
      <pc:docMkLst>
        <pc:docMk/>
      </pc:docMkLst>
      <pc:sldChg chg="modSp mod">
        <pc:chgData name="Idowu, Gideon S2501665" userId="d9918a50-a33b-4967-b4ab-4bf45a1e498e" providerId="ADAL" clId="{211E5B1E-5A7D-433C-A103-2F0CE4C2C176}" dt="2026-09-28T08:25:09.345" v="42" actId="1076"/>
        <pc:sldMkLst>
          <pc:docMk/>
          <pc:sldMk cId="3806938108" sldId="256"/>
        </pc:sldMkLst>
        <pc:spChg chg="mod">
          <ac:chgData name="Idowu, Gideon S2501665" userId="d9918a50-a33b-4967-b4ab-4bf45a1e498e" providerId="ADAL" clId="{211E5B1E-5A7D-433C-A103-2F0CE4C2C176}" dt="2026-09-28T08:25:09.345" v="42" actId="1076"/>
          <ac:spMkLst>
            <pc:docMk/>
            <pc:sldMk cId="3806938108" sldId="256"/>
            <ac:spMk id="29" creationId="{CAE51B00-9E61-357A-1670-1491D91810C4}"/>
          </ac:spMkLst>
        </pc:spChg>
      </pc:sldChg>
      <pc:sldChg chg="addSp delSp modSp mod">
        <pc:chgData name="Idowu, Gideon S2501665" userId="d9918a50-a33b-4967-b4ab-4bf45a1e498e" providerId="ADAL" clId="{211E5B1E-5A7D-433C-A103-2F0CE4C2C176}" dt="2026-09-28T08:35:49.840" v="166" actId="1076"/>
        <pc:sldMkLst>
          <pc:docMk/>
          <pc:sldMk cId="1784534232" sldId="266"/>
        </pc:sldMkLst>
        <pc:spChg chg="mod ord">
          <ac:chgData name="Idowu, Gideon S2501665" userId="d9918a50-a33b-4967-b4ab-4bf45a1e498e" providerId="ADAL" clId="{211E5B1E-5A7D-433C-A103-2F0CE4C2C176}" dt="2026-09-28T08:35:49.840" v="166" actId="1076"/>
          <ac:spMkLst>
            <pc:docMk/>
            <pc:sldMk cId="1784534232" sldId="266"/>
            <ac:spMk id="2" creationId="{1F95B063-3537-5855-2AE7-B09490673E09}"/>
          </ac:spMkLst>
        </pc:spChg>
        <pc:spChg chg="mod">
          <ac:chgData name="Idowu, Gideon S2501665" userId="d9918a50-a33b-4967-b4ab-4bf45a1e498e" providerId="ADAL" clId="{211E5B1E-5A7D-433C-A103-2F0CE4C2C176}" dt="2026-09-28T08:30:34.651" v="67" actId="14100"/>
          <ac:spMkLst>
            <pc:docMk/>
            <pc:sldMk cId="1784534232" sldId="266"/>
            <ac:spMk id="3" creationId="{AB799B34-9ECB-0964-159C-58026A0AF3D8}"/>
          </ac:spMkLst>
        </pc:spChg>
        <pc:spChg chg="add mod">
          <ac:chgData name="Idowu, Gideon S2501665" userId="d9918a50-a33b-4967-b4ab-4bf45a1e498e" providerId="ADAL" clId="{211E5B1E-5A7D-433C-A103-2F0CE4C2C176}" dt="2026-09-28T08:30:58.003" v="70" actId="1076"/>
          <ac:spMkLst>
            <pc:docMk/>
            <pc:sldMk cId="1784534232" sldId="266"/>
            <ac:spMk id="9" creationId="{3FB0265A-01CA-5668-649C-84E45C3A4BF8}"/>
          </ac:spMkLst>
        </pc:spChg>
      </pc:sldChg>
    </pc:docChg>
  </pc:docChgLst>
  <pc:docChgLst>
    <pc:chgData name="Akpabio, Mitchell S2500136" userId="af3ef713-034a-48c0-be77-edd5c5040e0a" providerId="ADAL" clId="{DC05B627-56C8-4A33-A0CC-B42AF9E8299C}"/>
    <pc:docChg chg="undo custSel addSld delSld modSld">
      <pc:chgData name="Akpabio, Mitchell S2500136" userId="af3ef713-034a-48c0-be77-edd5c5040e0a" providerId="ADAL" clId="{DC05B627-56C8-4A33-A0CC-B42AF9E8299C}" dt="2026-09-28T07:59:41.245" v="123" actId="2711"/>
      <pc:docMkLst>
        <pc:docMk/>
      </pc:docMkLst>
      <pc:sldChg chg="modSp mod">
        <pc:chgData name="Akpabio, Mitchell S2500136" userId="af3ef713-034a-48c0-be77-edd5c5040e0a" providerId="ADAL" clId="{DC05B627-56C8-4A33-A0CC-B42AF9E8299C}" dt="2026-09-28T07:43:30.745" v="53" actId="113"/>
        <pc:sldMkLst>
          <pc:docMk/>
          <pc:sldMk cId="2105109756" sldId="258"/>
        </pc:sldMkLst>
        <pc:spChg chg="mod">
          <ac:chgData name="Akpabio, Mitchell S2500136" userId="af3ef713-034a-48c0-be77-edd5c5040e0a" providerId="ADAL" clId="{DC05B627-56C8-4A33-A0CC-B42AF9E8299C}" dt="2026-09-28T07:34:41.678" v="20" actId="2711"/>
          <ac:spMkLst>
            <pc:docMk/>
            <pc:sldMk cId="2105109756" sldId="258"/>
            <ac:spMk id="16" creationId="{4FC5C77F-F49A-E04F-C788-BA2035E41C5E}"/>
          </ac:spMkLst>
        </pc:spChg>
      </pc:sldChg>
      <pc:sldChg chg="addSp delSp modSp mod">
        <pc:chgData name="Akpabio, Mitchell S2500136" userId="af3ef713-034a-48c0-be77-edd5c5040e0a" providerId="ADAL" clId="{DC05B627-56C8-4A33-A0CC-B42AF9E8299C}" dt="2026-09-28T07:33:55.162" v="15" actId="22"/>
        <pc:sldMkLst>
          <pc:docMk/>
          <pc:sldMk cId="1784534232" sldId="266"/>
        </pc:sldMkLst>
      </pc:sldChg>
      <pc:sldChg chg="modSp mod modShow">
        <pc:chgData name="Akpabio, Mitchell S2500136" userId="af3ef713-034a-48c0-be77-edd5c5040e0a" providerId="ADAL" clId="{DC05B627-56C8-4A33-A0CC-B42AF9E8299C}" dt="2026-09-28T07:38:58.373" v="49" actId="729"/>
        <pc:sldMkLst>
          <pc:docMk/>
          <pc:sldMk cId="652170914" sldId="270"/>
        </pc:sldMkLst>
        <pc:spChg chg="mod">
          <ac:chgData name="Akpabio, Mitchell S2500136" userId="af3ef713-034a-48c0-be77-edd5c5040e0a" providerId="ADAL" clId="{DC05B627-56C8-4A33-A0CC-B42AF9E8299C}" dt="2026-09-28T07:38:32.278" v="44" actId="2711"/>
          <ac:spMkLst>
            <pc:docMk/>
            <pc:sldMk cId="652170914" sldId="270"/>
            <ac:spMk id="2" creationId="{B1E471A9-D506-2D80-69C1-89A068082867}"/>
          </ac:spMkLst>
        </pc:spChg>
      </pc:sldChg>
      <pc:sldChg chg="modSp mod">
        <pc:chgData name="Akpabio, Mitchell S2500136" userId="af3ef713-034a-48c0-be77-edd5c5040e0a" providerId="ADAL" clId="{DC05B627-56C8-4A33-A0CC-B42AF9E8299C}" dt="2026-09-28T07:59:41.245" v="123" actId="2711"/>
        <pc:sldMkLst>
          <pc:docMk/>
          <pc:sldMk cId="1819186965" sldId="271"/>
        </pc:sldMkLst>
        <pc:spChg chg="mod">
          <ac:chgData name="Akpabio, Mitchell S2500136" userId="af3ef713-034a-48c0-be77-edd5c5040e0a" providerId="ADAL" clId="{DC05B627-56C8-4A33-A0CC-B42AF9E8299C}" dt="2026-09-28T07:59:41.245" v="123" actId="2711"/>
          <ac:spMkLst>
            <pc:docMk/>
            <pc:sldMk cId="1819186965" sldId="271"/>
            <ac:spMk id="2" creationId="{FDBCFEB0-F6A8-4FFC-3865-7F5A555980CD}"/>
          </ac:spMkLst>
        </pc:spChg>
        <pc:spChg chg="mod">
          <ac:chgData name="Akpabio, Mitchell S2500136" userId="af3ef713-034a-48c0-be77-edd5c5040e0a" providerId="ADAL" clId="{DC05B627-56C8-4A33-A0CC-B42AF9E8299C}" dt="2026-09-28T07:35:17.541" v="23" actId="2711"/>
          <ac:spMkLst>
            <pc:docMk/>
            <pc:sldMk cId="1819186965" sldId="271"/>
            <ac:spMk id="3" creationId="{C4838705-B72C-002F-B725-77404468A34F}"/>
          </ac:spMkLst>
        </pc:spChg>
      </pc:sldChg>
      <pc:sldChg chg="modSp mod">
        <pc:chgData name="Akpabio, Mitchell S2500136" userId="af3ef713-034a-48c0-be77-edd5c5040e0a" providerId="ADAL" clId="{DC05B627-56C8-4A33-A0CC-B42AF9E8299C}" dt="2026-09-28T07:36:11.462" v="30" actId="2711"/>
        <pc:sldMkLst>
          <pc:docMk/>
          <pc:sldMk cId="3129076597" sldId="273"/>
        </pc:sldMkLst>
        <pc:spChg chg="mod">
          <ac:chgData name="Akpabio, Mitchell S2500136" userId="af3ef713-034a-48c0-be77-edd5c5040e0a" providerId="ADAL" clId="{DC05B627-56C8-4A33-A0CC-B42AF9E8299C}" dt="2026-09-28T07:36:11.462" v="30" actId="2711"/>
          <ac:spMkLst>
            <pc:docMk/>
            <pc:sldMk cId="3129076597" sldId="273"/>
            <ac:spMk id="2" creationId="{5EF91223-F62D-6912-AAC1-D5370F5A738E}"/>
          </ac:spMkLst>
        </pc:spChg>
      </pc:sldChg>
      <pc:sldChg chg="modSp mod">
        <pc:chgData name="Akpabio, Mitchell S2500136" userId="af3ef713-034a-48c0-be77-edd5c5040e0a" providerId="ADAL" clId="{DC05B627-56C8-4A33-A0CC-B42AF9E8299C}" dt="2026-09-28T07:36:23.981" v="32" actId="2711"/>
        <pc:sldMkLst>
          <pc:docMk/>
          <pc:sldMk cId="1876102277" sldId="274"/>
        </pc:sldMkLst>
        <pc:spChg chg="mod">
          <ac:chgData name="Akpabio, Mitchell S2500136" userId="af3ef713-034a-48c0-be77-edd5c5040e0a" providerId="ADAL" clId="{DC05B627-56C8-4A33-A0CC-B42AF9E8299C}" dt="2026-09-28T07:36:23.981" v="32" actId="2711"/>
          <ac:spMkLst>
            <pc:docMk/>
            <pc:sldMk cId="1876102277" sldId="274"/>
            <ac:spMk id="2" creationId="{CC0781C4-BB9B-3605-D2B4-56BD56BABF04}"/>
          </ac:spMkLst>
        </pc:spChg>
      </pc:sldChg>
      <pc:sldChg chg="modSp mod">
        <pc:chgData name="Akpabio, Mitchell S2500136" userId="af3ef713-034a-48c0-be77-edd5c5040e0a" providerId="ADAL" clId="{DC05B627-56C8-4A33-A0CC-B42AF9E8299C}" dt="2026-09-28T07:37:27.142" v="43" actId="2711"/>
        <pc:sldMkLst>
          <pc:docMk/>
          <pc:sldMk cId="1662363737" sldId="278"/>
        </pc:sldMkLst>
        <pc:spChg chg="mod">
          <ac:chgData name="Akpabio, Mitchell S2500136" userId="af3ef713-034a-48c0-be77-edd5c5040e0a" providerId="ADAL" clId="{DC05B627-56C8-4A33-A0CC-B42AF9E8299C}" dt="2026-09-28T07:37:27.142" v="43" actId="2711"/>
          <ac:spMkLst>
            <pc:docMk/>
            <pc:sldMk cId="1662363737" sldId="278"/>
            <ac:spMk id="2" creationId="{7DE26801-6BB5-2B74-8857-4BAB954EF3C7}"/>
          </ac:spMkLst>
        </pc:spChg>
        <pc:spChg chg="mod">
          <ac:chgData name="Akpabio, Mitchell S2500136" userId="af3ef713-034a-48c0-be77-edd5c5040e0a" providerId="ADAL" clId="{DC05B627-56C8-4A33-A0CC-B42AF9E8299C}" dt="2026-09-28T07:37:23.146" v="42" actId="27636"/>
          <ac:spMkLst>
            <pc:docMk/>
            <pc:sldMk cId="1662363737" sldId="278"/>
            <ac:spMk id="3" creationId="{018628FB-7A64-E978-9130-C6849D2B5341}"/>
          </ac:spMkLst>
        </pc:spChg>
      </pc:sldChg>
      <pc:sldChg chg="addSp modSp new mod">
        <pc:chgData name="Akpabio, Mitchell S2500136" userId="af3ef713-034a-48c0-be77-edd5c5040e0a" providerId="ADAL" clId="{DC05B627-56C8-4A33-A0CC-B42AF9E8299C}" dt="2026-09-28T07:57:44.648" v="122" actId="13926"/>
        <pc:sldMkLst>
          <pc:docMk/>
          <pc:sldMk cId="2184408091" sldId="280"/>
        </pc:sldMkLst>
        <pc:spChg chg="mod">
          <ac:chgData name="Akpabio, Mitchell S2500136" userId="af3ef713-034a-48c0-be77-edd5c5040e0a" providerId="ADAL" clId="{DC05B627-56C8-4A33-A0CC-B42AF9E8299C}" dt="2026-09-28T07:57:44.648" v="122" actId="13926"/>
          <ac:spMkLst>
            <pc:docMk/>
            <pc:sldMk cId="2184408091" sldId="280"/>
            <ac:spMk id="3" creationId="{966E0468-9991-03F4-C098-22D41AD7D858}"/>
          </ac:spMkLst>
        </pc:spChg>
      </pc:sldChg>
    </pc:docChg>
  </pc:docChgLst>
  <pc:docChgLst>
    <pc:chgData name="Idowu, Gideon S2501665" userId="d9918a50-a33b-4967-b4ab-4bf45a1e498e" providerId="ADAL" clId="{410160E4-53A9-496E-AD22-99370CEAB7EC}"/>
    <pc:docChg chg="undo redo custSel addSld delSld modSld sldOrd">
      <pc:chgData name="Idowu, Gideon S2501665" userId="d9918a50-a33b-4967-b4ab-4bf45a1e498e" providerId="ADAL" clId="{410160E4-53A9-496E-AD22-99370CEAB7EC}" dt="2026-10-04T19:11:40.409" v="10032"/>
      <pc:docMkLst>
        <pc:docMk/>
      </pc:docMkLst>
      <pc:sldChg chg="addSp delSp modSp mod setBg">
        <pc:chgData name="Idowu, Gideon S2501665" userId="d9918a50-a33b-4967-b4ab-4bf45a1e498e" providerId="ADAL" clId="{410160E4-53A9-496E-AD22-99370CEAB7EC}" dt="2026-10-03T19:07:51.749" v="9186" actId="1037"/>
        <pc:sldMkLst>
          <pc:docMk/>
          <pc:sldMk cId="3806938108" sldId="256"/>
        </pc:sldMkLst>
        <pc:spChg chg="mod">
          <ac:chgData name="Idowu, Gideon S2501665" userId="d9918a50-a33b-4967-b4ab-4bf45a1e498e" providerId="ADAL" clId="{410160E4-53A9-496E-AD22-99370CEAB7EC}" dt="2026-10-02T21:33:36.665" v="4332" actId="2085"/>
          <ac:spMkLst>
            <pc:docMk/>
            <pc:sldMk cId="3806938108" sldId="256"/>
            <ac:spMk id="7" creationId="{37C6147B-C56F-7C04-01FC-5AC7761FA1B1}"/>
          </ac:spMkLst>
        </pc:spChg>
        <pc:spChg chg="add mod">
          <ac:chgData name="Idowu, Gideon S2501665" userId="d9918a50-a33b-4967-b4ab-4bf45a1e498e" providerId="ADAL" clId="{410160E4-53A9-496E-AD22-99370CEAB7EC}" dt="2026-10-03T19:07:51.749" v="9186" actId="1037"/>
          <ac:spMkLst>
            <pc:docMk/>
            <pc:sldMk cId="3806938108" sldId="256"/>
            <ac:spMk id="29" creationId="{CAE51B00-9E61-357A-1670-1491D91810C4}"/>
          </ac:spMkLst>
        </pc:spChg>
        <pc:picChg chg="add mod">
          <ac:chgData name="Idowu, Gideon S2501665" userId="d9918a50-a33b-4967-b4ab-4bf45a1e498e" providerId="ADAL" clId="{410160E4-53A9-496E-AD22-99370CEAB7EC}" dt="2026-09-27T22:42:51.458" v="83" actId="1076"/>
          <ac:picMkLst>
            <pc:docMk/>
            <pc:sldMk cId="3806938108" sldId="256"/>
            <ac:picMk id="21" creationId="{B332BA96-1930-AAB0-916D-ABE7295863AD}"/>
          </ac:picMkLst>
        </pc:picChg>
      </pc:sldChg>
      <pc:sldChg chg="addSp delSp modSp mod modTransition setBg">
        <pc:chgData name="Idowu, Gideon S2501665" userId="d9918a50-a33b-4967-b4ab-4bf45a1e498e" providerId="ADAL" clId="{410160E4-53A9-496E-AD22-99370CEAB7EC}" dt="2026-10-04T15:06:20.537" v="9693"/>
        <pc:sldMkLst>
          <pc:docMk/>
          <pc:sldMk cId="2105109756" sldId="258"/>
        </pc:sldMkLst>
        <pc:spChg chg="add mod">
          <ac:chgData name="Idowu, Gideon S2501665" userId="d9918a50-a33b-4967-b4ab-4bf45a1e498e" providerId="ADAL" clId="{410160E4-53A9-496E-AD22-99370CEAB7EC}" dt="2026-09-28T19:38:28.722" v="818" actId="207"/>
          <ac:spMkLst>
            <pc:docMk/>
            <pc:sldMk cId="2105109756" sldId="258"/>
            <ac:spMk id="16" creationId="{4FC5C77F-F49A-E04F-C788-BA2035E41C5E}"/>
          </ac:spMkLst>
        </pc:spChg>
        <pc:picChg chg="mod">
          <ac:chgData name="Idowu, Gideon S2501665" userId="d9918a50-a33b-4967-b4ab-4bf45a1e498e" providerId="ADAL" clId="{410160E4-53A9-496E-AD22-99370CEAB7EC}" dt="2026-09-28T19:37:40.136" v="810" actId="14100"/>
          <ac:picMkLst>
            <pc:docMk/>
            <pc:sldMk cId="2105109756" sldId="258"/>
            <ac:picMk id="13" creationId="{E2DB87F8-7504-1C41-F834-700BD8F78822}"/>
          </ac:picMkLst>
        </pc:picChg>
      </pc:sldChg>
      <pc:sldChg chg="addSp delSp modSp mod ord modTransition delAnim modAnim">
        <pc:chgData name="Idowu, Gideon S2501665" userId="d9918a50-a33b-4967-b4ab-4bf45a1e498e" providerId="ADAL" clId="{410160E4-53A9-496E-AD22-99370CEAB7EC}" dt="2026-10-03T18:16:48.027" v="8795"/>
        <pc:sldMkLst>
          <pc:docMk/>
          <pc:sldMk cId="1685517087" sldId="264"/>
        </pc:sldMkLst>
        <pc:spChg chg="add mod">
          <ac:chgData name="Idowu, Gideon S2501665" userId="d9918a50-a33b-4967-b4ab-4bf45a1e498e" providerId="ADAL" clId="{410160E4-53A9-496E-AD22-99370CEAB7EC}" dt="2026-10-02T22:20:50.594" v="5330" actId="1035"/>
          <ac:spMkLst>
            <pc:docMk/>
            <pc:sldMk cId="1685517087" sldId="264"/>
            <ac:spMk id="6" creationId="{5C344432-1BC0-9FC4-2424-85216696C8C5}"/>
          </ac:spMkLst>
        </pc:spChg>
        <pc:spChg chg="add mod">
          <ac:chgData name="Idowu, Gideon S2501665" userId="d9918a50-a33b-4967-b4ab-4bf45a1e498e" providerId="ADAL" clId="{410160E4-53A9-496E-AD22-99370CEAB7EC}" dt="2026-10-03T18:16:32.035" v="8793" actId="1038"/>
          <ac:spMkLst>
            <pc:docMk/>
            <pc:sldMk cId="1685517087" sldId="264"/>
            <ac:spMk id="18" creationId="{5D1C9BEF-0E3D-FD78-2553-75D40D898FDE}"/>
          </ac:spMkLst>
        </pc:spChg>
        <pc:spChg chg="add mod">
          <ac:chgData name="Idowu, Gideon S2501665" userId="d9918a50-a33b-4967-b4ab-4bf45a1e498e" providerId="ADAL" clId="{410160E4-53A9-496E-AD22-99370CEAB7EC}" dt="2026-10-03T18:16:32.584" v="8794" actId="1038"/>
          <ac:spMkLst>
            <pc:docMk/>
            <pc:sldMk cId="1685517087" sldId="264"/>
            <ac:spMk id="19" creationId="{05D03A6B-7B67-9F96-B8E6-EE9F30866816}"/>
          </ac:spMkLst>
        </pc:spChg>
        <pc:spChg chg="add mod">
          <ac:chgData name="Idowu, Gideon S2501665" userId="d9918a50-a33b-4967-b4ab-4bf45a1e498e" providerId="ADAL" clId="{410160E4-53A9-496E-AD22-99370CEAB7EC}" dt="2026-10-03T18:15:12.611" v="8725" actId="1036"/>
          <ac:spMkLst>
            <pc:docMk/>
            <pc:sldMk cId="1685517087" sldId="264"/>
            <ac:spMk id="20" creationId="{8526EA79-0735-AF86-DFA1-64C7A2BACC91}"/>
          </ac:spMkLst>
        </pc:spChg>
        <pc:spChg chg="add mod">
          <ac:chgData name="Idowu, Gideon S2501665" userId="d9918a50-a33b-4967-b4ab-4bf45a1e498e" providerId="ADAL" clId="{410160E4-53A9-496E-AD22-99370CEAB7EC}" dt="2026-10-03T18:16:32.035" v="8793" actId="1038"/>
          <ac:spMkLst>
            <pc:docMk/>
            <pc:sldMk cId="1685517087" sldId="264"/>
            <ac:spMk id="21" creationId="{D9855FD5-01EC-BB32-71CD-8FBA2B0B55F9}"/>
          </ac:spMkLst>
        </pc:spChg>
        <pc:spChg chg="add mod">
          <ac:chgData name="Idowu, Gideon S2501665" userId="d9918a50-a33b-4967-b4ab-4bf45a1e498e" providerId="ADAL" clId="{410160E4-53A9-496E-AD22-99370CEAB7EC}" dt="2026-10-03T18:16:32.584" v="8794" actId="1038"/>
          <ac:spMkLst>
            <pc:docMk/>
            <pc:sldMk cId="1685517087" sldId="264"/>
            <ac:spMk id="22" creationId="{19094ADB-0154-C207-92F6-F0BBAF59F3E4}"/>
          </ac:spMkLst>
        </pc:spChg>
        <pc:spChg chg="add mod">
          <ac:chgData name="Idowu, Gideon S2501665" userId="d9918a50-a33b-4967-b4ab-4bf45a1e498e" providerId="ADAL" clId="{410160E4-53A9-496E-AD22-99370CEAB7EC}" dt="2026-10-03T18:15:12.611" v="8725" actId="1036"/>
          <ac:spMkLst>
            <pc:docMk/>
            <pc:sldMk cId="1685517087" sldId="264"/>
            <ac:spMk id="23" creationId="{EFAC60E4-2D78-1867-B6C0-EE4E56DE3C71}"/>
          </ac:spMkLst>
        </pc:spChg>
        <pc:picChg chg="add">
          <ac:chgData name="Idowu, Gideon S2501665" userId="d9918a50-a33b-4967-b4ab-4bf45a1e498e" providerId="ADAL" clId="{410160E4-53A9-496E-AD22-99370CEAB7EC}" dt="2026-10-02T22:19:33.852" v="5274" actId="22"/>
          <ac:picMkLst>
            <pc:docMk/>
            <pc:sldMk cId="1685517087" sldId="264"/>
            <ac:picMk id="4" creationId="{C79FA7B8-A1DC-65ED-7D34-281BD7081C85}"/>
          </ac:picMkLst>
        </pc:picChg>
        <pc:picChg chg="mod ord">
          <ac:chgData name="Idowu, Gideon S2501665" userId="d9918a50-a33b-4967-b4ab-4bf45a1e498e" providerId="ADAL" clId="{410160E4-53A9-496E-AD22-99370CEAB7EC}" dt="2026-10-02T22:22:12.428" v="5338" actId="170"/>
          <ac:picMkLst>
            <pc:docMk/>
            <pc:sldMk cId="1685517087" sldId="264"/>
            <ac:picMk id="7" creationId="{AFB0BED8-D4DE-5713-99FC-DC5EC8423B38}"/>
          </ac:picMkLst>
        </pc:picChg>
        <pc:picChg chg="add mod">
          <ac:chgData name="Idowu, Gideon S2501665" userId="d9918a50-a33b-4967-b4ab-4bf45a1e498e" providerId="ADAL" clId="{410160E4-53A9-496E-AD22-99370CEAB7EC}" dt="2026-10-03T18:16:32.035" v="8793" actId="1038"/>
          <ac:picMkLst>
            <pc:docMk/>
            <pc:sldMk cId="1685517087" sldId="264"/>
            <ac:picMk id="24" creationId="{1E7B572D-BBF5-1563-665C-755585B8A77B}"/>
          </ac:picMkLst>
        </pc:picChg>
        <pc:picChg chg="add mod">
          <ac:chgData name="Idowu, Gideon S2501665" userId="d9918a50-a33b-4967-b4ab-4bf45a1e498e" providerId="ADAL" clId="{410160E4-53A9-496E-AD22-99370CEAB7EC}" dt="2026-10-03T18:16:32.584" v="8794" actId="1038"/>
          <ac:picMkLst>
            <pc:docMk/>
            <pc:sldMk cId="1685517087" sldId="264"/>
            <ac:picMk id="25" creationId="{278A22BA-F690-08BE-E9EC-D91C12277C25}"/>
          </ac:picMkLst>
        </pc:picChg>
        <pc:picChg chg="add mod">
          <ac:chgData name="Idowu, Gideon S2501665" userId="d9918a50-a33b-4967-b4ab-4bf45a1e498e" providerId="ADAL" clId="{410160E4-53A9-496E-AD22-99370CEAB7EC}" dt="2026-10-03T18:15:12.611" v="8725" actId="1036"/>
          <ac:picMkLst>
            <pc:docMk/>
            <pc:sldMk cId="1685517087" sldId="264"/>
            <ac:picMk id="26" creationId="{E23B3B1F-80A5-6DCA-36D7-CE588B7FCBC2}"/>
          </ac:picMkLst>
        </pc:picChg>
      </pc:sldChg>
      <pc:sldChg chg="addSp delSp modSp add mod modAnim">
        <pc:chgData name="Idowu, Gideon S2501665" userId="d9918a50-a33b-4967-b4ab-4bf45a1e498e" providerId="ADAL" clId="{410160E4-53A9-496E-AD22-99370CEAB7EC}" dt="2026-10-04T07:34:29.220" v="9550" actId="1035"/>
        <pc:sldMkLst>
          <pc:docMk/>
          <pc:sldMk cId="1784534232" sldId="266"/>
        </pc:sldMkLst>
        <pc:spChg chg="add mod">
          <ac:chgData name="Idowu, Gideon S2501665" userId="d9918a50-a33b-4967-b4ab-4bf45a1e498e" providerId="ADAL" clId="{410160E4-53A9-496E-AD22-99370CEAB7EC}" dt="2026-09-28T06:08:59.083" v="634" actId="1076"/>
          <ac:spMkLst>
            <pc:docMk/>
            <pc:sldMk cId="1784534232" sldId="266"/>
            <ac:spMk id="2" creationId="{1F95B063-3537-5855-2AE7-B09490673E09}"/>
          </ac:spMkLst>
        </pc:spChg>
        <pc:spChg chg="add mod">
          <ac:chgData name="Idowu, Gideon S2501665" userId="d9918a50-a33b-4967-b4ab-4bf45a1e498e" providerId="ADAL" clId="{410160E4-53A9-496E-AD22-99370CEAB7EC}" dt="2026-09-28T19:29:29.966" v="803" actId="1076"/>
          <ac:spMkLst>
            <pc:docMk/>
            <pc:sldMk cId="1784534232" sldId="266"/>
            <ac:spMk id="5" creationId="{3D3368BE-8274-0CEC-57F0-DCFE8B787C14}"/>
          </ac:spMkLst>
        </pc:spChg>
        <pc:spChg chg="add mod">
          <ac:chgData name="Idowu, Gideon S2501665" userId="d9918a50-a33b-4967-b4ab-4bf45a1e498e" providerId="ADAL" clId="{410160E4-53A9-496E-AD22-99370CEAB7EC}" dt="2026-10-04T07:34:29.220" v="9550" actId="1035"/>
          <ac:spMkLst>
            <pc:docMk/>
            <pc:sldMk cId="1784534232" sldId="266"/>
            <ac:spMk id="6" creationId="{84657040-3FBB-B9B7-F286-9149FD33D7EE}"/>
          </ac:spMkLst>
        </pc:spChg>
        <pc:spChg chg="add mod">
          <ac:chgData name="Idowu, Gideon S2501665" userId="d9918a50-a33b-4967-b4ab-4bf45a1e498e" providerId="ADAL" clId="{410160E4-53A9-496E-AD22-99370CEAB7EC}" dt="2026-09-28T06:07:40.614" v="618" actId="1076"/>
          <ac:spMkLst>
            <pc:docMk/>
            <pc:sldMk cId="1784534232" sldId="266"/>
            <ac:spMk id="7" creationId="{FEFCCA6C-DA6C-F84D-52C5-E1B7A1487722}"/>
          </ac:spMkLst>
        </pc:spChg>
        <pc:spChg chg="add mod">
          <ac:chgData name="Idowu, Gideon S2501665" userId="d9918a50-a33b-4967-b4ab-4bf45a1e498e" providerId="ADAL" clId="{410160E4-53A9-496E-AD22-99370CEAB7EC}" dt="2026-09-28T19:31:31.665" v="807" actId="1076"/>
          <ac:spMkLst>
            <pc:docMk/>
            <pc:sldMk cId="1784534232" sldId="266"/>
            <ac:spMk id="8" creationId="{2B4A53A0-29F9-3B91-B73C-C3CAA5AF6345}"/>
          </ac:spMkLst>
        </pc:spChg>
        <pc:spChg chg="add mod">
          <ac:chgData name="Idowu, Gideon S2501665" userId="d9918a50-a33b-4967-b4ab-4bf45a1e498e" providerId="ADAL" clId="{410160E4-53A9-496E-AD22-99370CEAB7EC}" dt="2026-09-28T06:05:31.249" v="605" actId="207"/>
          <ac:spMkLst>
            <pc:docMk/>
            <pc:sldMk cId="1784534232" sldId="266"/>
            <ac:spMk id="10" creationId="{62DF1782-11B1-BDE0-29C8-F8E09F1882D5}"/>
          </ac:spMkLst>
        </pc:spChg>
      </pc:sldChg>
      <pc:sldChg chg="addSp delSp modSp add mod modTransition modAnim">
        <pc:chgData name="Idowu, Gideon S2501665" userId="d9918a50-a33b-4967-b4ab-4bf45a1e498e" providerId="ADAL" clId="{410160E4-53A9-496E-AD22-99370CEAB7EC}" dt="2026-10-04T19:01:41.531" v="10014" actId="1037"/>
        <pc:sldMkLst>
          <pc:docMk/>
          <pc:sldMk cId="652170914" sldId="270"/>
        </pc:sldMkLst>
        <pc:spChg chg="add mod">
          <ac:chgData name="Idowu, Gideon S2501665" userId="d9918a50-a33b-4967-b4ab-4bf45a1e498e" providerId="ADAL" clId="{410160E4-53A9-496E-AD22-99370CEAB7EC}" dt="2026-09-27T22:59:23.435" v="354"/>
          <ac:spMkLst>
            <pc:docMk/>
            <pc:sldMk cId="652170914" sldId="270"/>
            <ac:spMk id="2" creationId="{B1E471A9-D506-2D80-69C1-89A068082867}"/>
          </ac:spMkLst>
        </pc:spChg>
        <pc:spChg chg="ord">
          <ac:chgData name="Idowu, Gideon S2501665" userId="d9918a50-a33b-4967-b4ab-4bf45a1e498e" providerId="ADAL" clId="{410160E4-53A9-496E-AD22-99370CEAB7EC}" dt="2026-10-02T22:44:53.238" v="5775" actId="167"/>
          <ac:spMkLst>
            <pc:docMk/>
            <pc:sldMk cId="652170914" sldId="270"/>
            <ac:spMk id="5" creationId="{324F05D4-4829-AF0E-66C6-CF655A679681}"/>
          </ac:spMkLst>
        </pc:spChg>
        <pc:spChg chg="add mod">
          <ac:chgData name="Idowu, Gideon S2501665" userId="d9918a50-a33b-4967-b4ab-4bf45a1e498e" providerId="ADAL" clId="{410160E4-53A9-496E-AD22-99370CEAB7EC}" dt="2026-10-04T18:50:16.516" v="9779" actId="1035"/>
          <ac:spMkLst>
            <pc:docMk/>
            <pc:sldMk cId="652170914" sldId="270"/>
            <ac:spMk id="8" creationId="{E6B433F2-6958-E917-14F3-D1235809ADF6}"/>
          </ac:spMkLst>
        </pc:spChg>
        <pc:spChg chg="add mod">
          <ac:chgData name="Idowu, Gideon S2501665" userId="d9918a50-a33b-4967-b4ab-4bf45a1e498e" providerId="ADAL" clId="{410160E4-53A9-496E-AD22-99370CEAB7EC}" dt="2026-10-04T18:50:16.516" v="9779" actId="1035"/>
          <ac:spMkLst>
            <pc:docMk/>
            <pc:sldMk cId="652170914" sldId="270"/>
            <ac:spMk id="9" creationId="{D69570F0-7CA0-62B2-7A7C-B18EB5C9CBB7}"/>
          </ac:spMkLst>
        </pc:spChg>
        <pc:spChg chg="add mod">
          <ac:chgData name="Idowu, Gideon S2501665" userId="d9918a50-a33b-4967-b4ab-4bf45a1e498e" providerId="ADAL" clId="{410160E4-53A9-496E-AD22-99370CEAB7EC}" dt="2026-10-02T19:57:02.726" v="2877" actId="1035"/>
          <ac:spMkLst>
            <pc:docMk/>
            <pc:sldMk cId="652170914" sldId="270"/>
            <ac:spMk id="11" creationId="{4AAEF39C-71B0-E017-B248-E8D020834258}"/>
          </ac:spMkLst>
        </pc:spChg>
        <pc:spChg chg="add mod">
          <ac:chgData name="Idowu, Gideon S2501665" userId="d9918a50-a33b-4967-b4ab-4bf45a1e498e" providerId="ADAL" clId="{410160E4-53A9-496E-AD22-99370CEAB7EC}" dt="2026-10-04T19:01:41.531" v="10014" actId="1037"/>
          <ac:spMkLst>
            <pc:docMk/>
            <pc:sldMk cId="652170914" sldId="270"/>
            <ac:spMk id="12" creationId="{0D543A65-9D09-7C67-30C4-68EEA787C420}"/>
          </ac:spMkLst>
        </pc:spChg>
        <pc:spChg chg="add mod">
          <ac:chgData name="Idowu, Gideon S2501665" userId="d9918a50-a33b-4967-b4ab-4bf45a1e498e" providerId="ADAL" clId="{410160E4-53A9-496E-AD22-99370CEAB7EC}" dt="2026-10-04T19:01:41.531" v="10014" actId="1037"/>
          <ac:spMkLst>
            <pc:docMk/>
            <pc:sldMk cId="652170914" sldId="270"/>
            <ac:spMk id="13" creationId="{C038AB63-93C2-6169-6C0E-692EF448AD63}"/>
          </ac:spMkLst>
        </pc:spChg>
        <pc:spChg chg="add mod">
          <ac:chgData name="Idowu, Gideon S2501665" userId="d9918a50-a33b-4967-b4ab-4bf45a1e498e" providerId="ADAL" clId="{410160E4-53A9-496E-AD22-99370CEAB7EC}" dt="2026-10-04T19:01:41.531" v="10014" actId="1037"/>
          <ac:spMkLst>
            <pc:docMk/>
            <pc:sldMk cId="652170914" sldId="270"/>
            <ac:spMk id="14" creationId="{CEACBA0B-C5EA-DB10-9B76-F27F64C39D04}"/>
          </ac:spMkLst>
        </pc:spChg>
        <pc:spChg chg="add mod">
          <ac:chgData name="Idowu, Gideon S2501665" userId="d9918a50-a33b-4967-b4ab-4bf45a1e498e" providerId="ADAL" clId="{410160E4-53A9-496E-AD22-99370CEAB7EC}" dt="2026-10-04T19:01:41.531" v="10014" actId="1037"/>
          <ac:spMkLst>
            <pc:docMk/>
            <pc:sldMk cId="652170914" sldId="270"/>
            <ac:spMk id="15" creationId="{BCB4B691-205A-5EC5-C908-CB5441F66038}"/>
          </ac:spMkLst>
        </pc:spChg>
        <pc:spChg chg="add mod">
          <ac:chgData name="Idowu, Gideon S2501665" userId="d9918a50-a33b-4967-b4ab-4bf45a1e498e" providerId="ADAL" clId="{410160E4-53A9-496E-AD22-99370CEAB7EC}" dt="2026-10-04T19:01:41.531" v="10014" actId="1037"/>
          <ac:spMkLst>
            <pc:docMk/>
            <pc:sldMk cId="652170914" sldId="270"/>
            <ac:spMk id="16" creationId="{EDEC7571-BE10-E028-2967-83F8E4D0FCE1}"/>
          </ac:spMkLst>
        </pc:spChg>
        <pc:spChg chg="add mod">
          <ac:chgData name="Idowu, Gideon S2501665" userId="d9918a50-a33b-4967-b4ab-4bf45a1e498e" providerId="ADAL" clId="{410160E4-53A9-496E-AD22-99370CEAB7EC}" dt="2026-10-04T19:01:41.531" v="10014" actId="1037"/>
          <ac:spMkLst>
            <pc:docMk/>
            <pc:sldMk cId="652170914" sldId="270"/>
            <ac:spMk id="17" creationId="{BF0FF96B-0C1D-6567-35AE-2DA1A63FCCD5}"/>
          </ac:spMkLst>
        </pc:spChg>
        <pc:picChg chg="add mod">
          <ac:chgData name="Idowu, Gideon S2501665" userId="d9918a50-a33b-4967-b4ab-4bf45a1e498e" providerId="ADAL" clId="{410160E4-53A9-496E-AD22-99370CEAB7EC}" dt="2026-10-04T19:01:41.531" v="10014" actId="1037"/>
          <ac:picMkLst>
            <pc:docMk/>
            <pc:sldMk cId="652170914" sldId="270"/>
            <ac:picMk id="18" creationId="{580F8394-C6AE-D64C-3DB4-4DC86AE53AB4}"/>
          </ac:picMkLst>
        </pc:picChg>
        <pc:picChg chg="add mod">
          <ac:chgData name="Idowu, Gideon S2501665" userId="d9918a50-a33b-4967-b4ab-4bf45a1e498e" providerId="ADAL" clId="{410160E4-53A9-496E-AD22-99370CEAB7EC}" dt="2026-10-04T19:01:41.531" v="10014" actId="1037"/>
          <ac:picMkLst>
            <pc:docMk/>
            <pc:sldMk cId="652170914" sldId="270"/>
            <ac:picMk id="19" creationId="{D2C1396A-B18F-08A2-2872-C6AE69A80198}"/>
          </ac:picMkLst>
        </pc:picChg>
        <pc:picChg chg="add mod">
          <ac:chgData name="Idowu, Gideon S2501665" userId="d9918a50-a33b-4967-b4ab-4bf45a1e498e" providerId="ADAL" clId="{410160E4-53A9-496E-AD22-99370CEAB7EC}" dt="2026-10-04T19:01:41.531" v="10014" actId="1037"/>
          <ac:picMkLst>
            <pc:docMk/>
            <pc:sldMk cId="652170914" sldId="270"/>
            <ac:picMk id="20" creationId="{BE004C4A-45C4-9BB5-F0AC-62CC759DE5B2}"/>
          </ac:picMkLst>
        </pc:picChg>
        <pc:picChg chg="add mod">
          <ac:chgData name="Idowu, Gideon S2501665" userId="d9918a50-a33b-4967-b4ab-4bf45a1e498e" providerId="ADAL" clId="{410160E4-53A9-496E-AD22-99370CEAB7EC}" dt="2026-10-02T22:53:49.476" v="5930" actId="1035"/>
          <ac:picMkLst>
            <pc:docMk/>
            <pc:sldMk cId="652170914" sldId="270"/>
            <ac:picMk id="26" creationId="{3B628D84-B101-BE57-E957-8E808F62A102}"/>
          </ac:picMkLst>
        </pc:picChg>
        <pc:picChg chg="add mod">
          <ac:chgData name="Idowu, Gideon S2501665" userId="d9918a50-a33b-4967-b4ab-4bf45a1e498e" providerId="ADAL" clId="{410160E4-53A9-496E-AD22-99370CEAB7EC}" dt="2026-10-02T22:53:49.476" v="5930" actId="1035"/>
          <ac:picMkLst>
            <pc:docMk/>
            <pc:sldMk cId="652170914" sldId="270"/>
            <ac:picMk id="27" creationId="{E6013EDD-6FF8-FBBE-1361-70124976E0B7}"/>
          </ac:picMkLst>
        </pc:picChg>
        <pc:picChg chg="add mod">
          <ac:chgData name="Idowu, Gideon S2501665" userId="d9918a50-a33b-4967-b4ab-4bf45a1e498e" providerId="ADAL" clId="{410160E4-53A9-496E-AD22-99370CEAB7EC}" dt="2026-10-03T06:25:23.075" v="6265" actId="1076"/>
          <ac:picMkLst>
            <pc:docMk/>
            <pc:sldMk cId="652170914" sldId="270"/>
            <ac:picMk id="28" creationId="{77DCC984-8A1A-5C2F-7E5D-F72D7977D336}"/>
          </ac:picMkLst>
        </pc:picChg>
        <pc:picChg chg="add mod">
          <ac:chgData name="Idowu, Gideon S2501665" userId="d9918a50-a33b-4967-b4ab-4bf45a1e498e" providerId="ADAL" clId="{410160E4-53A9-496E-AD22-99370CEAB7EC}" dt="2026-10-02T22:53:49.476" v="5930" actId="1035"/>
          <ac:picMkLst>
            <pc:docMk/>
            <pc:sldMk cId="652170914" sldId="270"/>
            <ac:picMk id="29" creationId="{48DC6DB9-F91B-66A0-E275-230908F0D261}"/>
          </ac:picMkLst>
        </pc:picChg>
      </pc:sldChg>
      <pc:sldChg chg="addSp delSp modSp add mod ord modTransition addAnim delAnim modAnim">
        <pc:chgData name="Idowu, Gideon S2501665" userId="d9918a50-a33b-4967-b4ab-4bf45a1e498e" providerId="ADAL" clId="{410160E4-53A9-496E-AD22-99370CEAB7EC}" dt="2026-10-04T19:11:40.409" v="10032"/>
        <pc:sldMkLst>
          <pc:docMk/>
          <pc:sldMk cId="1819186965" sldId="271"/>
        </pc:sldMkLst>
        <pc:spChg chg="add mod">
          <ac:chgData name="Idowu, Gideon S2501665" userId="d9918a50-a33b-4967-b4ab-4bf45a1e498e" providerId="ADAL" clId="{410160E4-53A9-496E-AD22-99370CEAB7EC}" dt="2026-09-28T20:31:28.797" v="996" actId="122"/>
          <ac:spMkLst>
            <pc:docMk/>
            <pc:sldMk cId="1819186965" sldId="271"/>
            <ac:spMk id="2" creationId="{FDBCFEB0-F6A8-4FFC-3865-7F5A555980CD}"/>
          </ac:spMkLst>
        </pc:spChg>
        <pc:spChg chg="add mod">
          <ac:chgData name="Idowu, Gideon S2501665" userId="d9918a50-a33b-4967-b4ab-4bf45a1e498e" providerId="ADAL" clId="{410160E4-53A9-496E-AD22-99370CEAB7EC}" dt="2026-10-02T21:54:41.030" v="4541" actId="404"/>
          <ac:spMkLst>
            <pc:docMk/>
            <pc:sldMk cId="1819186965" sldId="271"/>
            <ac:spMk id="3" creationId="{C4838705-B72C-002F-B725-77404468A34F}"/>
          </ac:spMkLst>
        </pc:spChg>
        <pc:spChg chg="mod">
          <ac:chgData name="Idowu, Gideon S2501665" userId="d9918a50-a33b-4967-b4ab-4bf45a1e498e" providerId="ADAL" clId="{410160E4-53A9-496E-AD22-99370CEAB7EC}" dt="2026-10-02T19:25:14.949" v="2193" actId="1037"/>
          <ac:spMkLst>
            <pc:docMk/>
            <pc:sldMk cId="1819186965" sldId="271"/>
            <ac:spMk id="4" creationId="{75D2D753-6824-D92E-EE5F-4E1E606D50B8}"/>
          </ac:spMkLst>
        </pc:spChg>
        <pc:spChg chg="mod">
          <ac:chgData name="Idowu, Gideon S2501665" userId="d9918a50-a33b-4967-b4ab-4bf45a1e498e" providerId="ADAL" clId="{410160E4-53A9-496E-AD22-99370CEAB7EC}" dt="2026-10-02T18:39:25.334" v="1090" actId="1076"/>
          <ac:spMkLst>
            <pc:docMk/>
            <pc:sldMk cId="1819186965" sldId="271"/>
            <ac:spMk id="5" creationId="{65C71283-3677-CAAA-206E-7C3D4070442F}"/>
          </ac:spMkLst>
        </pc:spChg>
        <pc:spChg chg="mod">
          <ac:chgData name="Idowu, Gideon S2501665" userId="d9918a50-a33b-4967-b4ab-4bf45a1e498e" providerId="ADAL" clId="{410160E4-53A9-496E-AD22-99370CEAB7EC}" dt="2026-10-02T21:54:43.518" v="4543" actId="404"/>
          <ac:spMkLst>
            <pc:docMk/>
            <pc:sldMk cId="1819186965" sldId="271"/>
            <ac:spMk id="6" creationId="{4C23C0C3-5B98-AA18-952B-7388FCFB1220}"/>
          </ac:spMkLst>
        </pc:spChg>
        <pc:spChg chg="mod">
          <ac:chgData name="Idowu, Gideon S2501665" userId="d9918a50-a33b-4967-b4ab-4bf45a1e498e" providerId="ADAL" clId="{410160E4-53A9-496E-AD22-99370CEAB7EC}" dt="2026-10-02T21:54:52.789" v="4550" actId="27636"/>
          <ac:spMkLst>
            <pc:docMk/>
            <pc:sldMk cId="1819186965" sldId="271"/>
            <ac:spMk id="8" creationId="{883690B8-3F3F-420D-DC17-C473D39A6655}"/>
          </ac:spMkLst>
        </pc:spChg>
        <pc:spChg chg="mod">
          <ac:chgData name="Idowu, Gideon S2501665" userId="d9918a50-a33b-4967-b4ab-4bf45a1e498e" providerId="ADAL" clId="{410160E4-53A9-496E-AD22-99370CEAB7EC}" dt="2026-10-02T21:55:00.139" v="4553" actId="404"/>
          <ac:spMkLst>
            <pc:docMk/>
            <pc:sldMk cId="1819186965" sldId="271"/>
            <ac:spMk id="9" creationId="{8B127E7E-43E9-0797-1AA7-CC9BBBF26D8C}"/>
          </ac:spMkLst>
        </pc:spChg>
        <pc:spChg chg="mod">
          <ac:chgData name="Idowu, Gideon S2501665" userId="d9918a50-a33b-4967-b4ab-4bf45a1e498e" providerId="ADAL" clId="{410160E4-53A9-496E-AD22-99370CEAB7EC}" dt="2026-10-02T21:54:50.229" v="4548" actId="403"/>
          <ac:spMkLst>
            <pc:docMk/>
            <pc:sldMk cId="1819186965" sldId="271"/>
            <ac:spMk id="10" creationId="{7DBF5B7D-B819-BCA1-F4C9-9F9B2B47BB0E}"/>
          </ac:spMkLst>
        </pc:spChg>
        <pc:spChg chg="mod">
          <ac:chgData name="Idowu, Gideon S2501665" userId="d9918a50-a33b-4967-b4ab-4bf45a1e498e" providerId="ADAL" clId="{410160E4-53A9-496E-AD22-99370CEAB7EC}" dt="2026-10-02T18:48:22.622" v="1148" actId="1037"/>
          <ac:spMkLst>
            <pc:docMk/>
            <pc:sldMk cId="1819186965" sldId="271"/>
            <ac:spMk id="11" creationId="{2D764D9F-9096-A795-35AE-DAA1FA5BA622}"/>
          </ac:spMkLst>
        </pc:spChg>
        <pc:spChg chg="add mod">
          <ac:chgData name="Idowu, Gideon S2501665" userId="d9918a50-a33b-4967-b4ab-4bf45a1e498e" providerId="ADAL" clId="{410160E4-53A9-496E-AD22-99370CEAB7EC}" dt="2026-10-02T19:57:34.450" v="2928" actId="1036"/>
          <ac:spMkLst>
            <pc:docMk/>
            <pc:sldMk cId="1819186965" sldId="271"/>
            <ac:spMk id="28" creationId="{7A3F464C-2CE2-638C-9DD7-1C03431681EF}"/>
          </ac:spMkLst>
        </pc:spChg>
        <pc:cxnChg chg="add del mod">
          <ac:chgData name="Idowu, Gideon S2501665" userId="d9918a50-a33b-4967-b4ab-4bf45a1e498e" providerId="ADAL" clId="{410160E4-53A9-496E-AD22-99370CEAB7EC}" dt="2026-10-02T19:00:07.943" v="1619" actId="478"/>
          <ac:cxnSpMkLst>
            <pc:docMk/>
            <pc:sldMk cId="1819186965" sldId="271"/>
            <ac:cxnSpMk id="16" creationId="{53F39CC9-9DA3-68F6-FA23-991264A3D1D6}"/>
          </ac:cxnSpMkLst>
        </pc:cxnChg>
      </pc:sldChg>
      <pc:sldChg chg="addSp delSp modSp add mod modTransition modAnim">
        <pc:chgData name="Idowu, Gideon S2501665" userId="d9918a50-a33b-4967-b4ab-4bf45a1e498e" providerId="ADAL" clId="{410160E4-53A9-496E-AD22-99370CEAB7EC}" dt="2026-10-02T21:54:09.106" v="4529" actId="1076"/>
        <pc:sldMkLst>
          <pc:docMk/>
          <pc:sldMk cId="3129076597" sldId="273"/>
        </pc:sldMkLst>
        <pc:spChg chg="add mod">
          <ac:chgData name="Idowu, Gideon S2501665" userId="d9918a50-a33b-4967-b4ab-4bf45a1e498e" providerId="ADAL" clId="{410160E4-53A9-496E-AD22-99370CEAB7EC}" dt="2026-10-02T19:31:45.426" v="2204" actId="122"/>
          <ac:spMkLst>
            <pc:docMk/>
            <pc:sldMk cId="3129076597" sldId="273"/>
            <ac:spMk id="2" creationId="{5EF91223-F62D-6912-AAC1-D5370F5A738E}"/>
          </ac:spMkLst>
        </pc:spChg>
        <pc:spChg chg="mod">
          <ac:chgData name="Idowu, Gideon S2501665" userId="d9918a50-a33b-4967-b4ab-4bf45a1e498e" providerId="ADAL" clId="{410160E4-53A9-496E-AD22-99370CEAB7EC}" dt="2026-10-02T20:11:31.191" v="3145" actId="1076"/>
          <ac:spMkLst>
            <pc:docMk/>
            <pc:sldMk cId="3129076597" sldId="273"/>
            <ac:spMk id="6" creationId="{1635F77C-C924-41DA-185C-A1ED12E8ED7F}"/>
          </ac:spMkLst>
        </pc:spChg>
        <pc:spChg chg="add mod ord">
          <ac:chgData name="Idowu, Gideon S2501665" userId="d9918a50-a33b-4967-b4ab-4bf45a1e498e" providerId="ADAL" clId="{410160E4-53A9-496E-AD22-99370CEAB7EC}" dt="2026-10-02T21:53:52.731" v="4519" actId="1036"/>
          <ac:spMkLst>
            <pc:docMk/>
            <pc:sldMk cId="3129076597" sldId="273"/>
            <ac:spMk id="12" creationId="{51A62C1B-2B56-C5C7-A40F-BEB298E5FAD4}"/>
          </ac:spMkLst>
        </pc:spChg>
        <pc:spChg chg="add mod ord">
          <ac:chgData name="Idowu, Gideon S2501665" userId="d9918a50-a33b-4967-b4ab-4bf45a1e498e" providerId="ADAL" clId="{410160E4-53A9-496E-AD22-99370CEAB7EC}" dt="2026-10-02T21:54:09.106" v="4529" actId="1076"/>
          <ac:spMkLst>
            <pc:docMk/>
            <pc:sldMk cId="3129076597" sldId="273"/>
            <ac:spMk id="13" creationId="{55839D4B-A5B6-34AF-30EC-11A72FAC3F0F}"/>
          </ac:spMkLst>
        </pc:spChg>
        <pc:spChg chg="add mod ord">
          <ac:chgData name="Idowu, Gideon S2501665" userId="d9918a50-a33b-4967-b4ab-4bf45a1e498e" providerId="ADAL" clId="{410160E4-53A9-496E-AD22-99370CEAB7EC}" dt="2026-10-02T21:53:19.838" v="4512" actId="1076"/>
          <ac:spMkLst>
            <pc:docMk/>
            <pc:sldMk cId="3129076597" sldId="273"/>
            <ac:spMk id="14" creationId="{ACE5B756-0418-CADC-53D2-DA02ECA84300}"/>
          </ac:spMkLst>
        </pc:spChg>
        <pc:spChg chg="add mod ord">
          <ac:chgData name="Idowu, Gideon S2501665" userId="d9918a50-a33b-4967-b4ab-4bf45a1e498e" providerId="ADAL" clId="{410160E4-53A9-496E-AD22-99370CEAB7EC}" dt="2026-10-02T21:54:01.294" v="4524" actId="1076"/>
          <ac:spMkLst>
            <pc:docMk/>
            <pc:sldMk cId="3129076597" sldId="273"/>
            <ac:spMk id="15" creationId="{70D4361D-930A-C7FF-AEFE-F2E8B8525639}"/>
          </ac:spMkLst>
        </pc:spChg>
        <pc:spChg chg="add mod">
          <ac:chgData name="Idowu, Gideon S2501665" userId="d9918a50-a33b-4967-b4ab-4bf45a1e498e" providerId="ADAL" clId="{410160E4-53A9-496E-AD22-99370CEAB7EC}" dt="2026-10-02T19:52:45.237" v="2602" actId="14100"/>
          <ac:spMkLst>
            <pc:docMk/>
            <pc:sldMk cId="3129076597" sldId="273"/>
            <ac:spMk id="16" creationId="{6D51DB20-004D-9E5D-3632-37FF93899991}"/>
          </ac:spMkLst>
        </pc:spChg>
        <pc:spChg chg="add mod">
          <ac:chgData name="Idowu, Gideon S2501665" userId="d9918a50-a33b-4967-b4ab-4bf45a1e498e" providerId="ADAL" clId="{410160E4-53A9-496E-AD22-99370CEAB7EC}" dt="2026-10-02T20:00:37.597" v="3100" actId="14100"/>
          <ac:spMkLst>
            <pc:docMk/>
            <pc:sldMk cId="3129076597" sldId="273"/>
            <ac:spMk id="21" creationId="{15810584-FA71-1BDC-CA9D-3411BAC7EDD4}"/>
          </ac:spMkLst>
        </pc:spChg>
        <pc:spChg chg="add mod ord">
          <ac:chgData name="Idowu, Gideon S2501665" userId="d9918a50-a33b-4967-b4ab-4bf45a1e498e" providerId="ADAL" clId="{410160E4-53A9-496E-AD22-99370CEAB7EC}" dt="2026-10-02T20:28:32.344" v="3374" actId="171"/>
          <ac:spMkLst>
            <pc:docMk/>
            <pc:sldMk cId="3129076597" sldId="273"/>
            <ac:spMk id="22" creationId="{87933407-F75C-A520-FC84-03A4F24E7617}"/>
          </ac:spMkLst>
        </pc:spChg>
        <pc:spChg chg="add">
          <ac:chgData name="Idowu, Gideon S2501665" userId="d9918a50-a33b-4967-b4ab-4bf45a1e498e" providerId="ADAL" clId="{410160E4-53A9-496E-AD22-99370CEAB7EC}" dt="2026-10-02T19:58:00.239" v="3033" actId="22"/>
          <ac:spMkLst>
            <pc:docMk/>
            <pc:sldMk cId="3129076597" sldId="273"/>
            <ac:spMk id="25" creationId="{54CBBCA7-0395-701D-D869-28061A650CE5}"/>
          </ac:spMkLst>
        </pc:spChg>
        <pc:spChg chg="add mod ord">
          <ac:chgData name="Idowu, Gideon S2501665" userId="d9918a50-a33b-4967-b4ab-4bf45a1e498e" providerId="ADAL" clId="{410160E4-53A9-496E-AD22-99370CEAB7EC}" dt="2026-10-02T20:13:22.742" v="3160" actId="1076"/>
          <ac:spMkLst>
            <pc:docMk/>
            <pc:sldMk cId="3129076597" sldId="273"/>
            <ac:spMk id="26" creationId="{19DFB40B-E59D-A61F-E0D3-7AA6B048C2E3}"/>
          </ac:spMkLst>
        </pc:spChg>
        <pc:spChg chg="add mod ord">
          <ac:chgData name="Idowu, Gideon S2501665" userId="d9918a50-a33b-4967-b4ab-4bf45a1e498e" providerId="ADAL" clId="{410160E4-53A9-496E-AD22-99370CEAB7EC}" dt="2026-10-02T20:16:21.388" v="3317" actId="171"/>
          <ac:spMkLst>
            <pc:docMk/>
            <pc:sldMk cId="3129076597" sldId="273"/>
            <ac:spMk id="27" creationId="{4BA691DA-7B12-6BCC-719E-C94014498E4E}"/>
          </ac:spMkLst>
        </pc:spChg>
        <pc:picChg chg="add mod">
          <ac:chgData name="Idowu, Gideon S2501665" userId="d9918a50-a33b-4967-b4ab-4bf45a1e498e" providerId="ADAL" clId="{410160E4-53A9-496E-AD22-99370CEAB7EC}" dt="2026-10-02T19:54:32.821" v="2618" actId="1035"/>
          <ac:picMkLst>
            <pc:docMk/>
            <pc:sldMk cId="3129076597" sldId="273"/>
            <ac:picMk id="11" creationId="{D515B388-3701-C20E-F637-69CACBA6EB8D}"/>
          </ac:picMkLst>
        </pc:picChg>
        <pc:picChg chg="add mod">
          <ac:chgData name="Idowu, Gideon S2501665" userId="d9918a50-a33b-4967-b4ab-4bf45a1e498e" providerId="ADAL" clId="{410160E4-53A9-496E-AD22-99370CEAB7EC}" dt="2026-10-02T21:43:40.055" v="4387" actId="1038"/>
          <ac:picMkLst>
            <pc:docMk/>
            <pc:sldMk cId="3129076597" sldId="273"/>
            <ac:picMk id="47" creationId="{38D3BEEB-BA1A-A0F1-CFB4-E38B22CF1C02}"/>
          </ac:picMkLst>
        </pc:picChg>
        <pc:cxnChg chg="add mod">
          <ac:chgData name="Idowu, Gideon S2501665" userId="d9918a50-a33b-4967-b4ab-4bf45a1e498e" providerId="ADAL" clId="{410160E4-53A9-496E-AD22-99370CEAB7EC}" dt="2026-10-02T21:35:30.602" v="4333" actId="14100"/>
          <ac:cxnSpMkLst>
            <pc:docMk/>
            <pc:sldMk cId="3129076597" sldId="273"/>
            <ac:cxnSpMk id="31" creationId="{377F02B4-A4EF-3CD7-B70E-A1918CDDFFA3}"/>
          </ac:cxnSpMkLst>
        </pc:cxnChg>
        <pc:cxnChg chg="add mod">
          <ac:chgData name="Idowu, Gideon S2501665" userId="d9918a50-a33b-4967-b4ab-4bf45a1e498e" providerId="ADAL" clId="{410160E4-53A9-496E-AD22-99370CEAB7EC}" dt="2026-10-02T20:19:10.575" v="3347" actId="1037"/>
          <ac:cxnSpMkLst>
            <pc:docMk/>
            <pc:sldMk cId="3129076597" sldId="273"/>
            <ac:cxnSpMk id="34" creationId="{9C29F512-9969-C0D7-B824-5549E1576506}"/>
          </ac:cxnSpMkLst>
        </pc:cxnChg>
        <pc:cxnChg chg="add mod">
          <ac:chgData name="Idowu, Gideon S2501665" userId="d9918a50-a33b-4967-b4ab-4bf45a1e498e" providerId="ADAL" clId="{410160E4-53A9-496E-AD22-99370CEAB7EC}" dt="2026-10-02T20:18:46.989" v="3341" actId="208"/>
          <ac:cxnSpMkLst>
            <pc:docMk/>
            <pc:sldMk cId="3129076597" sldId="273"/>
            <ac:cxnSpMk id="38" creationId="{09567046-D62F-5897-F6E9-5E945BFBFAE0}"/>
          </ac:cxnSpMkLst>
        </pc:cxnChg>
        <pc:cxnChg chg="add mod">
          <ac:chgData name="Idowu, Gideon S2501665" userId="d9918a50-a33b-4967-b4ab-4bf45a1e498e" providerId="ADAL" clId="{410160E4-53A9-496E-AD22-99370CEAB7EC}" dt="2026-10-02T20:18:51.139" v="3342" actId="208"/>
          <ac:cxnSpMkLst>
            <pc:docMk/>
            <pc:sldMk cId="3129076597" sldId="273"/>
            <ac:cxnSpMk id="39" creationId="{747C7EC9-FACA-3122-6ADE-7805DA1708E0}"/>
          </ac:cxnSpMkLst>
        </pc:cxnChg>
      </pc:sldChg>
      <pc:sldChg chg="addSp delSp modSp add mod modTransition modAnim">
        <pc:chgData name="Idowu, Gideon S2501665" userId="d9918a50-a33b-4967-b4ab-4bf45a1e498e" providerId="ADAL" clId="{410160E4-53A9-496E-AD22-99370CEAB7EC}" dt="2026-10-04T18:38:24.556" v="9697"/>
        <pc:sldMkLst>
          <pc:docMk/>
          <pc:sldMk cId="1876102277" sldId="274"/>
        </pc:sldMkLst>
        <pc:spChg chg="add mod">
          <ac:chgData name="Idowu, Gideon S2501665" userId="d9918a50-a33b-4967-b4ab-4bf45a1e498e" providerId="ADAL" clId="{410160E4-53A9-496E-AD22-99370CEAB7EC}" dt="2026-10-02T20:48:27.604" v="3474" actId="122"/>
          <ac:spMkLst>
            <pc:docMk/>
            <pc:sldMk cId="1876102277" sldId="274"/>
            <ac:spMk id="2" creationId="{CC0781C4-BB9B-3605-D2B4-56BD56BABF04}"/>
          </ac:spMkLst>
        </pc:spChg>
        <pc:spChg chg="mod">
          <ac:chgData name="Idowu, Gideon S2501665" userId="d9918a50-a33b-4967-b4ab-4bf45a1e498e" providerId="ADAL" clId="{410160E4-53A9-496E-AD22-99370CEAB7EC}" dt="2026-10-03T14:57:17.135" v="8535" actId="1076"/>
          <ac:spMkLst>
            <pc:docMk/>
            <pc:sldMk cId="1876102277" sldId="274"/>
            <ac:spMk id="5" creationId="{7E0D6945-FBAC-CFBC-8ABA-6A04A5892AE1}"/>
          </ac:spMkLst>
        </pc:spChg>
        <pc:spChg chg="mod">
          <ac:chgData name="Idowu, Gideon S2501665" userId="d9918a50-a33b-4967-b4ab-4bf45a1e498e" providerId="ADAL" clId="{410160E4-53A9-496E-AD22-99370CEAB7EC}" dt="2026-10-02T20:59:16.145" v="3680" actId="1076"/>
          <ac:spMkLst>
            <pc:docMk/>
            <pc:sldMk cId="1876102277" sldId="274"/>
            <ac:spMk id="8" creationId="{BDC2C868-1408-E795-A8A6-7D0ED0268579}"/>
          </ac:spMkLst>
        </pc:spChg>
        <pc:spChg chg="mod">
          <ac:chgData name="Idowu, Gideon S2501665" userId="d9918a50-a33b-4967-b4ab-4bf45a1e498e" providerId="ADAL" clId="{410160E4-53A9-496E-AD22-99370CEAB7EC}" dt="2026-10-02T21:07:21.993" v="3701" actId="1076"/>
          <ac:spMkLst>
            <pc:docMk/>
            <pc:sldMk cId="1876102277" sldId="274"/>
            <ac:spMk id="9" creationId="{C5EFBF43-5D08-E9D1-DF10-7D4415C688E7}"/>
          </ac:spMkLst>
        </pc:spChg>
        <pc:spChg chg="mod">
          <ac:chgData name="Idowu, Gideon S2501665" userId="d9918a50-a33b-4967-b4ab-4bf45a1e498e" providerId="ADAL" clId="{410160E4-53A9-496E-AD22-99370CEAB7EC}" dt="2026-10-02T21:01:04.121" v="3687" actId="1076"/>
          <ac:spMkLst>
            <pc:docMk/>
            <pc:sldMk cId="1876102277" sldId="274"/>
            <ac:spMk id="10" creationId="{0BF2E8F2-8575-94EA-CD33-5757BE98A5F4}"/>
          </ac:spMkLst>
        </pc:spChg>
        <pc:spChg chg="mod">
          <ac:chgData name="Idowu, Gideon S2501665" userId="d9918a50-a33b-4967-b4ab-4bf45a1e498e" providerId="ADAL" clId="{410160E4-53A9-496E-AD22-99370CEAB7EC}" dt="2026-10-02T21:30:58.065" v="4318" actId="1037"/>
          <ac:spMkLst>
            <pc:docMk/>
            <pc:sldMk cId="1876102277" sldId="274"/>
            <ac:spMk id="11" creationId="{70EF6137-EF2A-2177-250B-1DAE524B03EA}"/>
          </ac:spMkLst>
        </pc:spChg>
        <pc:spChg chg="add mod">
          <ac:chgData name="Idowu, Gideon S2501665" userId="d9918a50-a33b-4967-b4ab-4bf45a1e498e" providerId="ADAL" clId="{410160E4-53A9-496E-AD22-99370CEAB7EC}" dt="2026-10-02T21:01:04.121" v="3687" actId="1076"/>
          <ac:spMkLst>
            <pc:docMk/>
            <pc:sldMk cId="1876102277" sldId="274"/>
            <ac:spMk id="17" creationId="{AA2711F0-A03C-B251-5B39-0D86758C29CB}"/>
          </ac:spMkLst>
        </pc:spChg>
        <pc:spChg chg="add mod">
          <ac:chgData name="Idowu, Gideon S2501665" userId="d9918a50-a33b-4967-b4ab-4bf45a1e498e" providerId="ADAL" clId="{410160E4-53A9-496E-AD22-99370CEAB7EC}" dt="2026-10-02T21:30:58.065" v="4318" actId="1037"/>
          <ac:spMkLst>
            <pc:docMk/>
            <pc:sldMk cId="1876102277" sldId="274"/>
            <ac:spMk id="18" creationId="{B64A6402-5982-357A-DA71-8440DBFF3847}"/>
          </ac:spMkLst>
        </pc:spChg>
        <pc:spChg chg="add mod">
          <ac:chgData name="Idowu, Gideon S2501665" userId="d9918a50-a33b-4967-b4ab-4bf45a1e498e" providerId="ADAL" clId="{410160E4-53A9-496E-AD22-99370CEAB7EC}" dt="2026-10-02T22:16:56.099" v="4972" actId="1035"/>
          <ac:spMkLst>
            <pc:docMk/>
            <pc:sldMk cId="1876102277" sldId="274"/>
            <ac:spMk id="27" creationId="{7CE4EED8-671E-6DC7-2FBB-96198E90C835}"/>
          </ac:spMkLst>
        </pc:spChg>
        <pc:spChg chg="add mod">
          <ac:chgData name="Idowu, Gideon S2501665" userId="d9918a50-a33b-4967-b4ab-4bf45a1e498e" providerId="ADAL" clId="{410160E4-53A9-496E-AD22-99370CEAB7EC}" dt="2026-10-03T14:57:33.680" v="8539" actId="1076"/>
          <ac:spMkLst>
            <pc:docMk/>
            <pc:sldMk cId="1876102277" sldId="274"/>
            <ac:spMk id="37" creationId="{72B37325-5484-FF7A-F783-F0454E5BAB5C}"/>
          </ac:spMkLst>
        </pc:spChg>
        <pc:spChg chg="add mod">
          <ac:chgData name="Idowu, Gideon S2501665" userId="d9918a50-a33b-4967-b4ab-4bf45a1e498e" providerId="ADAL" clId="{410160E4-53A9-496E-AD22-99370CEAB7EC}" dt="2026-10-03T14:57:33.680" v="8539" actId="1076"/>
          <ac:spMkLst>
            <pc:docMk/>
            <pc:sldMk cId="1876102277" sldId="274"/>
            <ac:spMk id="38" creationId="{B54A3E9A-4482-C953-4E11-BEF9475C8A65}"/>
          </ac:spMkLst>
        </pc:spChg>
        <pc:spChg chg="mod">
          <ac:chgData name="Idowu, Gideon S2501665" userId="d9918a50-a33b-4967-b4ab-4bf45a1e498e" providerId="ADAL" clId="{410160E4-53A9-496E-AD22-99370CEAB7EC}" dt="2026-10-03T14:57:59.312" v="8580" actId="1038"/>
          <ac:spMkLst>
            <pc:docMk/>
            <pc:sldMk cId="1876102277" sldId="274"/>
            <ac:spMk id="39" creationId="{A1CBD91F-03B2-D06E-6BC4-C69A36DAD4FD}"/>
          </ac:spMkLst>
        </pc:spChg>
        <pc:spChg chg="add mod">
          <ac:chgData name="Idowu, Gideon S2501665" userId="d9918a50-a33b-4967-b4ab-4bf45a1e498e" providerId="ADAL" clId="{410160E4-53A9-496E-AD22-99370CEAB7EC}" dt="2026-10-03T14:58:11.104" v="8605" actId="1037"/>
          <ac:spMkLst>
            <pc:docMk/>
            <pc:sldMk cId="1876102277" sldId="274"/>
            <ac:spMk id="40" creationId="{696EA2D7-302E-3905-B2D4-A93206EC90D1}"/>
          </ac:spMkLst>
        </pc:spChg>
        <pc:spChg chg="add mod">
          <ac:chgData name="Idowu, Gideon S2501665" userId="d9918a50-a33b-4967-b4ab-4bf45a1e498e" providerId="ADAL" clId="{410160E4-53A9-496E-AD22-99370CEAB7EC}" dt="2026-10-03T14:57:59.312" v="8580" actId="1038"/>
          <ac:spMkLst>
            <pc:docMk/>
            <pc:sldMk cId="1876102277" sldId="274"/>
            <ac:spMk id="41" creationId="{403B3652-5973-CD1E-8192-153343CE2961}"/>
          </ac:spMkLst>
        </pc:spChg>
        <pc:spChg chg="mod">
          <ac:chgData name="Idowu, Gideon S2501665" userId="d9918a50-a33b-4967-b4ab-4bf45a1e498e" providerId="ADAL" clId="{410160E4-53A9-496E-AD22-99370CEAB7EC}" dt="2026-10-03T14:59:39.475" v="8609" actId="1076"/>
          <ac:spMkLst>
            <pc:docMk/>
            <pc:sldMk cId="1876102277" sldId="274"/>
            <ac:spMk id="42" creationId="{DE083495-659A-B1E6-4F9E-DDB8A4E46681}"/>
          </ac:spMkLst>
        </pc:spChg>
        <pc:spChg chg="add mod">
          <ac:chgData name="Idowu, Gideon S2501665" userId="d9918a50-a33b-4967-b4ab-4bf45a1e498e" providerId="ADAL" clId="{410160E4-53A9-496E-AD22-99370CEAB7EC}" dt="2026-10-03T14:59:39.475" v="8609" actId="1076"/>
          <ac:spMkLst>
            <pc:docMk/>
            <pc:sldMk cId="1876102277" sldId="274"/>
            <ac:spMk id="45" creationId="{855EE175-189D-CA7F-37E1-793FA6BE5C3D}"/>
          </ac:spMkLst>
        </pc:spChg>
        <pc:spChg chg="add mod">
          <ac:chgData name="Idowu, Gideon S2501665" userId="d9918a50-a33b-4967-b4ab-4bf45a1e498e" providerId="ADAL" clId="{410160E4-53A9-496E-AD22-99370CEAB7EC}" dt="2026-10-03T14:59:39.475" v="8609" actId="1076"/>
          <ac:spMkLst>
            <pc:docMk/>
            <pc:sldMk cId="1876102277" sldId="274"/>
            <ac:spMk id="46" creationId="{C2474CC5-E44B-5CEC-1EA3-9D1B347D003C}"/>
          </ac:spMkLst>
        </pc:spChg>
        <pc:spChg chg="add mod">
          <ac:chgData name="Idowu, Gideon S2501665" userId="d9918a50-a33b-4967-b4ab-4bf45a1e498e" providerId="ADAL" clId="{410160E4-53A9-496E-AD22-99370CEAB7EC}" dt="2026-10-03T14:59:39.475" v="8609" actId="1076"/>
          <ac:spMkLst>
            <pc:docMk/>
            <pc:sldMk cId="1876102277" sldId="274"/>
            <ac:spMk id="47" creationId="{0E1B3548-F42B-78B1-932B-220560FDC8B0}"/>
          </ac:spMkLst>
        </pc:spChg>
        <pc:spChg chg="add mod">
          <ac:chgData name="Idowu, Gideon S2501665" userId="d9918a50-a33b-4967-b4ab-4bf45a1e498e" providerId="ADAL" clId="{410160E4-53A9-496E-AD22-99370CEAB7EC}" dt="2026-10-03T14:59:39.475" v="8609" actId="1076"/>
          <ac:spMkLst>
            <pc:docMk/>
            <pc:sldMk cId="1876102277" sldId="274"/>
            <ac:spMk id="48" creationId="{70C4ADA3-64C0-1E49-5F6D-C854C2225CE5}"/>
          </ac:spMkLst>
        </pc:spChg>
        <pc:spChg chg="add mod">
          <ac:chgData name="Idowu, Gideon S2501665" userId="d9918a50-a33b-4967-b4ab-4bf45a1e498e" providerId="ADAL" clId="{410160E4-53A9-496E-AD22-99370CEAB7EC}" dt="2026-10-03T14:59:39.475" v="8609" actId="1076"/>
          <ac:spMkLst>
            <pc:docMk/>
            <pc:sldMk cId="1876102277" sldId="274"/>
            <ac:spMk id="50" creationId="{7CF96B22-6F2D-C669-8CDA-6E750C01D285}"/>
          </ac:spMkLst>
        </pc:spChg>
        <pc:spChg chg="add mod">
          <ac:chgData name="Idowu, Gideon S2501665" userId="d9918a50-a33b-4967-b4ab-4bf45a1e498e" providerId="ADAL" clId="{410160E4-53A9-496E-AD22-99370CEAB7EC}" dt="2026-10-03T14:59:39.475" v="8609" actId="1076"/>
          <ac:spMkLst>
            <pc:docMk/>
            <pc:sldMk cId="1876102277" sldId="274"/>
            <ac:spMk id="51" creationId="{8A522610-6E3D-BFDE-C7D5-18B8E2967C61}"/>
          </ac:spMkLst>
        </pc:spChg>
        <pc:picChg chg="add mod">
          <ac:chgData name="Idowu, Gideon S2501665" userId="d9918a50-a33b-4967-b4ab-4bf45a1e498e" providerId="ADAL" clId="{410160E4-53A9-496E-AD22-99370CEAB7EC}" dt="2026-10-03T06:56:32.184" v="6716" actId="1076"/>
          <ac:picMkLst>
            <pc:docMk/>
            <pc:sldMk cId="1876102277" sldId="274"/>
            <ac:picMk id="4" creationId="{57E3ACD9-00A2-47E5-C76C-AE739D323C20}"/>
          </ac:picMkLst>
        </pc:picChg>
        <pc:picChg chg="add mod">
          <ac:chgData name="Idowu, Gideon S2501665" userId="d9918a50-a33b-4967-b4ab-4bf45a1e498e" providerId="ADAL" clId="{410160E4-53A9-496E-AD22-99370CEAB7EC}" dt="2026-10-02T21:22:08.300" v="3889" actId="1076"/>
          <ac:picMkLst>
            <pc:docMk/>
            <pc:sldMk cId="1876102277" sldId="274"/>
            <ac:picMk id="20" creationId="{2F6E342D-2728-9DA1-930D-0A2D3D73A850}"/>
          </ac:picMkLst>
        </pc:picChg>
        <pc:picChg chg="add mod">
          <ac:chgData name="Idowu, Gideon S2501665" userId="d9918a50-a33b-4967-b4ab-4bf45a1e498e" providerId="ADAL" clId="{410160E4-53A9-496E-AD22-99370CEAB7EC}" dt="2026-10-02T21:27:21.529" v="4226" actId="1036"/>
          <ac:picMkLst>
            <pc:docMk/>
            <pc:sldMk cId="1876102277" sldId="274"/>
            <ac:picMk id="22" creationId="{19C6189D-965A-190F-7CCB-CF7CA5F4D533}"/>
          </ac:picMkLst>
        </pc:picChg>
        <pc:picChg chg="add mod">
          <ac:chgData name="Idowu, Gideon S2501665" userId="d9918a50-a33b-4967-b4ab-4bf45a1e498e" providerId="ADAL" clId="{410160E4-53A9-496E-AD22-99370CEAB7EC}" dt="2026-10-02T21:30:58.065" v="4318" actId="1037"/>
          <ac:picMkLst>
            <pc:docMk/>
            <pc:sldMk cId="1876102277" sldId="274"/>
            <ac:picMk id="24" creationId="{1ED455CE-A33C-E955-2833-C9A41EA3D9E0}"/>
          </ac:picMkLst>
        </pc:picChg>
        <pc:picChg chg="add mod ord">
          <ac:chgData name="Idowu, Gideon S2501665" userId="d9918a50-a33b-4967-b4ab-4bf45a1e498e" providerId="ADAL" clId="{410160E4-53A9-496E-AD22-99370CEAB7EC}" dt="2026-10-02T22:33:30.892" v="5415" actId="170"/>
          <ac:picMkLst>
            <pc:docMk/>
            <pc:sldMk cId="1876102277" sldId="274"/>
            <ac:picMk id="29" creationId="{9B785F61-5AE1-D5AC-9492-05B42CCCABAE}"/>
          </ac:picMkLst>
        </pc:picChg>
        <pc:picChg chg="mod">
          <ac:chgData name="Idowu, Gideon S2501665" userId="d9918a50-a33b-4967-b4ab-4bf45a1e498e" providerId="ADAL" clId="{410160E4-53A9-496E-AD22-99370CEAB7EC}" dt="2026-10-03T14:58:04.882" v="8588" actId="1037"/>
          <ac:picMkLst>
            <pc:docMk/>
            <pc:sldMk cId="1876102277" sldId="274"/>
            <ac:picMk id="35" creationId="{B49F0CA5-D1CF-8A1A-AC7F-54FDAA61A32F}"/>
          </ac:picMkLst>
        </pc:picChg>
        <pc:picChg chg="mod ord">
          <ac:chgData name="Idowu, Gideon S2501665" userId="d9918a50-a33b-4967-b4ab-4bf45a1e498e" providerId="ADAL" clId="{410160E4-53A9-496E-AD22-99370CEAB7EC}" dt="2026-10-03T18:09:20.879" v="8612" actId="167"/>
          <ac:picMkLst>
            <pc:docMk/>
            <pc:sldMk cId="1876102277" sldId="274"/>
            <ac:picMk id="36" creationId="{2C31D21B-D267-80F7-5693-B28C0B820392}"/>
          </ac:picMkLst>
        </pc:picChg>
        <pc:picChg chg="mod">
          <ac:chgData name="Idowu, Gideon S2501665" userId="d9918a50-a33b-4967-b4ab-4bf45a1e498e" providerId="ADAL" clId="{410160E4-53A9-496E-AD22-99370CEAB7EC}" dt="2026-10-03T14:57:33.680" v="8539" actId="1076"/>
          <ac:picMkLst>
            <pc:docMk/>
            <pc:sldMk cId="1876102277" sldId="274"/>
            <ac:picMk id="43" creationId="{03C1D444-D1A2-F22D-BB72-06646C3FB7D8}"/>
          </ac:picMkLst>
        </pc:picChg>
        <pc:picChg chg="mod">
          <ac:chgData name="Idowu, Gideon S2501665" userId="d9918a50-a33b-4967-b4ab-4bf45a1e498e" providerId="ADAL" clId="{410160E4-53A9-496E-AD22-99370CEAB7EC}" dt="2026-10-03T14:57:59.312" v="8580" actId="1038"/>
          <ac:picMkLst>
            <pc:docMk/>
            <pc:sldMk cId="1876102277" sldId="274"/>
            <ac:picMk id="44" creationId="{CC525ABB-D632-4B82-51E3-D4E0B17863AF}"/>
          </ac:picMkLst>
        </pc:picChg>
        <pc:picChg chg="mod">
          <ac:chgData name="Idowu, Gideon S2501665" userId="d9918a50-a33b-4967-b4ab-4bf45a1e498e" providerId="ADAL" clId="{410160E4-53A9-496E-AD22-99370CEAB7EC}" dt="2026-10-03T14:59:39.475" v="8609" actId="1076"/>
          <ac:picMkLst>
            <pc:docMk/>
            <pc:sldMk cId="1876102277" sldId="274"/>
            <ac:picMk id="49" creationId="{76024FDA-488E-B525-2DAA-6741F37875A3}"/>
          </ac:picMkLst>
        </pc:picChg>
      </pc:sldChg>
      <pc:sldChg chg="addSp delSp modSp mod modTransition delAnim modAnim">
        <pc:chgData name="Idowu, Gideon S2501665" userId="d9918a50-a33b-4967-b4ab-4bf45a1e498e" providerId="ADAL" clId="{410160E4-53A9-496E-AD22-99370CEAB7EC}" dt="2026-10-03T18:34:32.237" v="9141"/>
        <pc:sldMkLst>
          <pc:docMk/>
          <pc:sldMk cId="1662363737" sldId="278"/>
        </pc:sldMkLst>
        <pc:spChg chg="mod ord">
          <ac:chgData name="Idowu, Gideon S2501665" userId="d9918a50-a33b-4967-b4ab-4bf45a1e498e" providerId="ADAL" clId="{410160E4-53A9-496E-AD22-99370CEAB7EC}" dt="2026-10-02T22:22:50.690" v="5341" actId="166"/>
          <ac:spMkLst>
            <pc:docMk/>
            <pc:sldMk cId="1662363737" sldId="278"/>
            <ac:spMk id="2" creationId="{7DE26801-6BB5-2B74-8857-4BAB954EF3C7}"/>
          </ac:spMkLst>
        </pc:spChg>
        <pc:spChg chg="mod ord">
          <ac:chgData name="Idowu, Gideon S2501665" userId="d9918a50-a33b-4967-b4ab-4bf45a1e498e" providerId="ADAL" clId="{410160E4-53A9-496E-AD22-99370CEAB7EC}" dt="2026-10-02T22:22:50.690" v="5341" actId="166"/>
          <ac:spMkLst>
            <pc:docMk/>
            <pc:sldMk cId="1662363737" sldId="278"/>
            <ac:spMk id="3" creationId="{018628FB-7A64-E978-9130-C6849D2B5341}"/>
          </ac:spMkLst>
        </pc:spChg>
        <pc:spChg chg="add mod ord">
          <ac:chgData name="Idowu, Gideon S2501665" userId="d9918a50-a33b-4967-b4ab-4bf45a1e498e" providerId="ADAL" clId="{410160E4-53A9-496E-AD22-99370CEAB7EC}" dt="2026-10-02T22:22:50.690" v="5341" actId="166"/>
          <ac:spMkLst>
            <pc:docMk/>
            <pc:sldMk cId="1662363737" sldId="278"/>
            <ac:spMk id="4" creationId="{11115937-8EB4-A42A-8A9A-9B88F69F39FB}"/>
          </ac:spMkLst>
        </pc:spChg>
        <pc:spChg chg="mod ord">
          <ac:chgData name="Idowu, Gideon S2501665" userId="d9918a50-a33b-4967-b4ab-4bf45a1e498e" providerId="ADAL" clId="{410160E4-53A9-496E-AD22-99370CEAB7EC}" dt="2026-10-02T22:22:50.690" v="5341" actId="166"/>
          <ac:spMkLst>
            <pc:docMk/>
            <pc:sldMk cId="1662363737" sldId="278"/>
            <ac:spMk id="5" creationId="{767DCE76-E42C-DB97-B338-016573162EC5}"/>
          </ac:spMkLst>
        </pc:spChg>
        <pc:spChg chg="add mod ord">
          <ac:chgData name="Idowu, Gideon S2501665" userId="d9918a50-a33b-4967-b4ab-4bf45a1e498e" providerId="ADAL" clId="{410160E4-53A9-496E-AD22-99370CEAB7EC}" dt="2026-10-02T22:22:50.690" v="5341" actId="166"/>
          <ac:spMkLst>
            <pc:docMk/>
            <pc:sldMk cId="1662363737" sldId="278"/>
            <ac:spMk id="6" creationId="{409A66E5-424B-74F9-04BF-8DD112D1459E}"/>
          </ac:spMkLst>
        </pc:spChg>
        <pc:spChg chg="add mod ord">
          <ac:chgData name="Idowu, Gideon S2501665" userId="d9918a50-a33b-4967-b4ab-4bf45a1e498e" providerId="ADAL" clId="{410160E4-53A9-496E-AD22-99370CEAB7EC}" dt="2026-10-02T22:22:50.690" v="5341" actId="166"/>
          <ac:spMkLst>
            <pc:docMk/>
            <pc:sldMk cId="1662363737" sldId="278"/>
            <ac:spMk id="8" creationId="{6F399C2D-AD8B-7A52-C7BE-64D180F2DA6D}"/>
          </ac:spMkLst>
        </pc:spChg>
        <pc:spChg chg="add mod">
          <ac:chgData name="Idowu, Gideon S2501665" userId="d9918a50-a33b-4967-b4ab-4bf45a1e498e" providerId="ADAL" clId="{410160E4-53A9-496E-AD22-99370CEAB7EC}" dt="2026-10-03T18:33:59.597" v="9139" actId="1035"/>
          <ac:spMkLst>
            <pc:docMk/>
            <pc:sldMk cId="1662363737" sldId="278"/>
            <ac:spMk id="9" creationId="{53144533-EF8F-B842-4482-58D2DCFDFEC2}"/>
          </ac:spMkLst>
        </pc:spChg>
        <pc:spChg chg="add mod">
          <ac:chgData name="Idowu, Gideon S2501665" userId="d9918a50-a33b-4967-b4ab-4bf45a1e498e" providerId="ADAL" clId="{410160E4-53A9-496E-AD22-99370CEAB7EC}" dt="2026-10-03T18:33:59.597" v="9139" actId="1035"/>
          <ac:spMkLst>
            <pc:docMk/>
            <pc:sldMk cId="1662363737" sldId="278"/>
            <ac:spMk id="10" creationId="{C69C690B-CA47-C28B-76B9-1380A8B7E3BF}"/>
          </ac:spMkLst>
        </pc:spChg>
        <pc:spChg chg="add mod">
          <ac:chgData name="Idowu, Gideon S2501665" userId="d9918a50-a33b-4967-b4ab-4bf45a1e498e" providerId="ADAL" clId="{410160E4-53A9-496E-AD22-99370CEAB7EC}" dt="2026-10-03T18:33:59.597" v="9139" actId="1035"/>
          <ac:spMkLst>
            <pc:docMk/>
            <pc:sldMk cId="1662363737" sldId="278"/>
            <ac:spMk id="11" creationId="{C5AAFCCF-69EB-E0AF-5206-B8BA2939D33E}"/>
          </ac:spMkLst>
        </pc:spChg>
        <pc:spChg chg="add mod">
          <ac:chgData name="Idowu, Gideon S2501665" userId="d9918a50-a33b-4967-b4ab-4bf45a1e498e" providerId="ADAL" clId="{410160E4-53A9-496E-AD22-99370CEAB7EC}" dt="2026-10-03T18:33:59.597" v="9139" actId="1035"/>
          <ac:spMkLst>
            <pc:docMk/>
            <pc:sldMk cId="1662363737" sldId="278"/>
            <ac:spMk id="12" creationId="{A2538991-67D1-1031-3646-62F812918332}"/>
          </ac:spMkLst>
        </pc:spChg>
        <pc:spChg chg="add mod ord">
          <ac:chgData name="Idowu, Gideon S2501665" userId="d9918a50-a33b-4967-b4ab-4bf45a1e498e" providerId="ADAL" clId="{410160E4-53A9-496E-AD22-99370CEAB7EC}" dt="2026-10-02T22:22:50.690" v="5341" actId="166"/>
          <ac:spMkLst>
            <pc:docMk/>
            <pc:sldMk cId="1662363737" sldId="278"/>
            <ac:spMk id="13" creationId="{8E2A8126-8FE2-499D-84F2-7DF31E7A80B9}"/>
          </ac:spMkLst>
        </pc:spChg>
        <pc:spChg chg="add mod ord">
          <ac:chgData name="Idowu, Gideon S2501665" userId="d9918a50-a33b-4967-b4ab-4bf45a1e498e" providerId="ADAL" clId="{410160E4-53A9-496E-AD22-99370CEAB7EC}" dt="2026-10-02T22:22:50.690" v="5341" actId="166"/>
          <ac:spMkLst>
            <pc:docMk/>
            <pc:sldMk cId="1662363737" sldId="278"/>
            <ac:spMk id="14" creationId="{70DE2644-F9D6-21E3-89FA-11BE53EE60AB}"/>
          </ac:spMkLst>
        </pc:spChg>
        <pc:spChg chg="add mod">
          <ac:chgData name="Idowu, Gideon S2501665" userId="d9918a50-a33b-4967-b4ab-4bf45a1e498e" providerId="ADAL" clId="{410160E4-53A9-496E-AD22-99370CEAB7EC}" dt="2026-10-03T18:33:59.597" v="9139" actId="1035"/>
          <ac:spMkLst>
            <pc:docMk/>
            <pc:sldMk cId="1662363737" sldId="278"/>
            <ac:spMk id="15" creationId="{C52FB0B0-3BCE-60C4-5C26-011E27EF0FB9}"/>
          </ac:spMkLst>
        </pc:spChg>
        <pc:spChg chg="add mod">
          <ac:chgData name="Idowu, Gideon S2501665" userId="d9918a50-a33b-4967-b4ab-4bf45a1e498e" providerId="ADAL" clId="{410160E4-53A9-496E-AD22-99370CEAB7EC}" dt="2026-10-03T18:33:59.597" v="9139" actId="1035"/>
          <ac:spMkLst>
            <pc:docMk/>
            <pc:sldMk cId="1662363737" sldId="278"/>
            <ac:spMk id="17" creationId="{0517D4E4-001D-F8F8-6C94-B6A3A43A6883}"/>
          </ac:spMkLst>
        </pc:spChg>
        <pc:spChg chg="add mod">
          <ac:chgData name="Idowu, Gideon S2501665" userId="d9918a50-a33b-4967-b4ab-4bf45a1e498e" providerId="ADAL" clId="{410160E4-53A9-496E-AD22-99370CEAB7EC}" dt="2026-10-03T18:33:59.597" v="9139" actId="1035"/>
          <ac:spMkLst>
            <pc:docMk/>
            <pc:sldMk cId="1662363737" sldId="278"/>
            <ac:spMk id="20" creationId="{B77E4D49-5A72-2CE5-02C4-AF8D0649ABD2}"/>
          </ac:spMkLst>
        </pc:spChg>
        <pc:spChg chg="add mod ord">
          <ac:chgData name="Idowu, Gideon S2501665" userId="d9918a50-a33b-4967-b4ab-4bf45a1e498e" providerId="ADAL" clId="{410160E4-53A9-496E-AD22-99370CEAB7EC}" dt="2026-10-02T22:22:50.690" v="5341" actId="166"/>
          <ac:spMkLst>
            <pc:docMk/>
            <pc:sldMk cId="1662363737" sldId="278"/>
            <ac:spMk id="27" creationId="{DAF5D0D0-76ED-ADA6-D4A1-01DAB96DA668}"/>
          </ac:spMkLst>
        </pc:spChg>
        <pc:picChg chg="add mod">
          <ac:chgData name="Idowu, Gideon S2501665" userId="d9918a50-a33b-4967-b4ab-4bf45a1e498e" providerId="ADAL" clId="{410160E4-53A9-496E-AD22-99370CEAB7EC}" dt="2026-10-03T18:33:59.597" v="9139" actId="1035"/>
          <ac:picMkLst>
            <pc:docMk/>
            <pc:sldMk cId="1662363737" sldId="278"/>
            <ac:picMk id="16" creationId="{C6D9FE76-7AFC-BF4D-A0B1-D4703C87048F}"/>
          </ac:picMkLst>
        </pc:picChg>
        <pc:picChg chg="add mod">
          <ac:chgData name="Idowu, Gideon S2501665" userId="d9918a50-a33b-4967-b4ab-4bf45a1e498e" providerId="ADAL" clId="{410160E4-53A9-496E-AD22-99370CEAB7EC}" dt="2026-10-03T18:33:59.597" v="9139" actId="1035"/>
          <ac:picMkLst>
            <pc:docMk/>
            <pc:sldMk cId="1662363737" sldId="278"/>
            <ac:picMk id="18" creationId="{0542C3C4-07BD-4CC2-1BD5-83EA9C7025EB}"/>
          </ac:picMkLst>
        </pc:picChg>
        <pc:picChg chg="add mod ord">
          <ac:chgData name="Idowu, Gideon S2501665" userId="d9918a50-a33b-4967-b4ab-4bf45a1e498e" providerId="ADAL" clId="{410160E4-53A9-496E-AD22-99370CEAB7EC}" dt="2026-10-02T22:22:48.226" v="5340" actId="166"/>
          <ac:picMkLst>
            <pc:docMk/>
            <pc:sldMk cId="1662363737" sldId="278"/>
            <ac:picMk id="19" creationId="{B6AA3406-7FE8-AA84-E424-2336EEE21714}"/>
          </ac:picMkLst>
        </pc:picChg>
        <pc:picChg chg="add mod">
          <ac:chgData name="Idowu, Gideon S2501665" userId="d9918a50-a33b-4967-b4ab-4bf45a1e498e" providerId="ADAL" clId="{410160E4-53A9-496E-AD22-99370CEAB7EC}" dt="2026-10-02T22:16:34.372" v="4905" actId="1037"/>
          <ac:picMkLst>
            <pc:docMk/>
            <pc:sldMk cId="1662363737" sldId="278"/>
            <ac:picMk id="23" creationId="{72AB50E0-51A1-CD65-FE0C-87AE686D04A6}"/>
          </ac:picMkLst>
        </pc:picChg>
        <pc:picChg chg="add mod ord">
          <ac:chgData name="Idowu, Gideon S2501665" userId="d9918a50-a33b-4967-b4ab-4bf45a1e498e" providerId="ADAL" clId="{410160E4-53A9-496E-AD22-99370CEAB7EC}" dt="2026-10-02T22:22:50.690" v="5341" actId="166"/>
          <ac:picMkLst>
            <pc:docMk/>
            <pc:sldMk cId="1662363737" sldId="278"/>
            <ac:picMk id="25" creationId="{43192A35-1C9C-C63A-6537-E29AFE7E4CA5}"/>
          </ac:picMkLst>
        </pc:picChg>
        <pc:picChg chg="add mod">
          <ac:chgData name="Idowu, Gideon S2501665" userId="d9918a50-a33b-4967-b4ab-4bf45a1e498e" providerId="ADAL" clId="{410160E4-53A9-496E-AD22-99370CEAB7EC}" dt="2026-10-02T22:20:02.942" v="5278" actId="1076"/>
          <ac:picMkLst>
            <pc:docMk/>
            <pc:sldMk cId="1662363737" sldId="278"/>
            <ac:picMk id="29" creationId="{100956B8-5808-A8F1-8A9F-DC19F1EF3962}"/>
          </ac:picMkLst>
        </pc:picChg>
      </pc:sldChg>
      <pc:sldChg chg="addSp delSp modSp mod modAnim">
        <pc:chgData name="Idowu, Gideon S2501665" userId="d9918a50-a33b-4967-b4ab-4bf45a1e498e" providerId="ADAL" clId="{410160E4-53A9-496E-AD22-99370CEAB7EC}" dt="2026-10-04T07:33:19.275" v="9417" actId="1037"/>
        <pc:sldMkLst>
          <pc:docMk/>
          <pc:sldMk cId="2184408091" sldId="280"/>
        </pc:sldMkLst>
        <pc:spChg chg="mod">
          <ac:chgData name="Idowu, Gideon S2501665" userId="d9918a50-a33b-4967-b4ab-4bf45a1e498e" providerId="ADAL" clId="{410160E4-53A9-496E-AD22-99370CEAB7EC}" dt="2026-10-04T07:32:46.019" v="9404" actId="1076"/>
          <ac:spMkLst>
            <pc:docMk/>
            <pc:sldMk cId="2184408091" sldId="280"/>
            <ac:spMk id="3" creationId="{966E0468-9991-03F4-C098-22D41AD7D858}"/>
          </ac:spMkLst>
        </pc:spChg>
        <pc:spChg chg="add mod">
          <ac:chgData name="Idowu, Gideon S2501665" userId="d9918a50-a33b-4967-b4ab-4bf45a1e498e" providerId="ADAL" clId="{410160E4-53A9-496E-AD22-99370CEAB7EC}" dt="2026-09-28T19:17:20.397" v="713" actId="113"/>
          <ac:spMkLst>
            <pc:docMk/>
            <pc:sldMk cId="2184408091" sldId="280"/>
            <ac:spMk id="4" creationId="{2C4CBE05-1B67-CA70-616B-EC71C46613FD}"/>
          </ac:spMkLst>
        </pc:spChg>
        <pc:spChg chg="add mod">
          <ac:chgData name="Idowu, Gideon S2501665" userId="d9918a50-a33b-4967-b4ab-4bf45a1e498e" providerId="ADAL" clId="{410160E4-53A9-496E-AD22-99370CEAB7EC}" dt="2026-10-04T07:32:24.383" v="9402" actId="1036"/>
          <ac:spMkLst>
            <pc:docMk/>
            <pc:sldMk cId="2184408091" sldId="280"/>
            <ac:spMk id="7" creationId="{6063FEDF-B9B8-B308-D769-A7BF5A09F897}"/>
          </ac:spMkLst>
        </pc:spChg>
        <pc:spChg chg="add mod">
          <ac:chgData name="Idowu, Gideon S2501665" userId="d9918a50-a33b-4967-b4ab-4bf45a1e498e" providerId="ADAL" clId="{410160E4-53A9-496E-AD22-99370CEAB7EC}" dt="2026-10-04T07:31:15.763" v="9328" actId="1036"/>
          <ac:spMkLst>
            <pc:docMk/>
            <pc:sldMk cId="2184408091" sldId="280"/>
            <ac:spMk id="9" creationId="{FDD28AF0-E7CD-1A7E-E18D-4665637D9503}"/>
          </ac:spMkLst>
        </pc:spChg>
        <pc:spChg chg="add mod">
          <ac:chgData name="Idowu, Gideon S2501665" userId="d9918a50-a33b-4967-b4ab-4bf45a1e498e" providerId="ADAL" clId="{410160E4-53A9-496E-AD22-99370CEAB7EC}" dt="2026-09-28T19:18:27.299" v="721" actId="1076"/>
          <ac:spMkLst>
            <pc:docMk/>
            <pc:sldMk cId="2184408091" sldId="280"/>
            <ac:spMk id="11" creationId="{69DF0738-5829-1AAF-AFCC-F77D6FE8F028}"/>
          </ac:spMkLst>
        </pc:spChg>
        <pc:spChg chg="add mod">
          <ac:chgData name="Idowu, Gideon S2501665" userId="d9918a50-a33b-4967-b4ab-4bf45a1e498e" providerId="ADAL" clId="{410160E4-53A9-496E-AD22-99370CEAB7EC}" dt="2026-09-28T19:15:42.552" v="704" actId="1076"/>
          <ac:spMkLst>
            <pc:docMk/>
            <pc:sldMk cId="2184408091" sldId="280"/>
            <ac:spMk id="14" creationId="{E12A3849-7FF6-0C78-8BBE-859805847FC2}"/>
          </ac:spMkLst>
        </pc:spChg>
        <pc:spChg chg="add mod">
          <ac:chgData name="Idowu, Gideon S2501665" userId="d9918a50-a33b-4967-b4ab-4bf45a1e498e" providerId="ADAL" clId="{410160E4-53A9-496E-AD22-99370CEAB7EC}" dt="2026-09-28T19:18:54.322" v="732" actId="14100"/>
          <ac:spMkLst>
            <pc:docMk/>
            <pc:sldMk cId="2184408091" sldId="280"/>
            <ac:spMk id="15" creationId="{A54EB516-9500-4696-2C9A-EFAC57BEB56A}"/>
          </ac:spMkLst>
        </pc:spChg>
        <pc:spChg chg="add mod">
          <ac:chgData name="Idowu, Gideon S2501665" userId="d9918a50-a33b-4967-b4ab-4bf45a1e498e" providerId="ADAL" clId="{410160E4-53A9-496E-AD22-99370CEAB7EC}" dt="2026-09-28T19:19:09.315" v="737" actId="14100"/>
          <ac:spMkLst>
            <pc:docMk/>
            <pc:sldMk cId="2184408091" sldId="280"/>
            <ac:spMk id="16" creationId="{D74BC465-5B7C-161E-732C-6CF82B82A689}"/>
          </ac:spMkLst>
        </pc:spChg>
        <pc:spChg chg="add mod">
          <ac:chgData name="Idowu, Gideon S2501665" userId="d9918a50-a33b-4967-b4ab-4bf45a1e498e" providerId="ADAL" clId="{410160E4-53A9-496E-AD22-99370CEAB7EC}" dt="2026-10-04T07:31:05.666" v="9312" actId="1037"/>
          <ac:spMkLst>
            <pc:docMk/>
            <pc:sldMk cId="2184408091" sldId="280"/>
            <ac:spMk id="23" creationId="{023C7F59-4159-A916-9317-8A5F3AE4C169}"/>
          </ac:spMkLst>
        </pc:spChg>
        <pc:picChg chg="add mod">
          <ac:chgData name="Idowu, Gideon S2501665" userId="d9918a50-a33b-4967-b4ab-4bf45a1e498e" providerId="ADAL" clId="{410160E4-53A9-496E-AD22-99370CEAB7EC}" dt="2026-10-04T07:33:19.275" v="9417" actId="1037"/>
          <ac:picMkLst>
            <pc:docMk/>
            <pc:sldMk cId="2184408091" sldId="280"/>
            <ac:picMk id="18" creationId="{AD5BD64F-1ED3-A79D-22C1-224CFE49EC64}"/>
          </ac:picMkLst>
        </pc:picChg>
        <pc:picChg chg="add mod">
          <ac:chgData name="Idowu, Gideon S2501665" userId="d9918a50-a33b-4967-b4ab-4bf45a1e498e" providerId="ADAL" clId="{410160E4-53A9-496E-AD22-99370CEAB7EC}" dt="2026-10-04T07:32:14.561" v="9387" actId="1037"/>
          <ac:picMkLst>
            <pc:docMk/>
            <pc:sldMk cId="2184408091" sldId="280"/>
            <ac:picMk id="20" creationId="{566B4CD1-0C2B-0CF1-488F-9E3D5261FFB3}"/>
          </ac:picMkLst>
        </pc:picChg>
        <pc:picChg chg="add mod">
          <ac:chgData name="Idowu, Gideon S2501665" userId="d9918a50-a33b-4967-b4ab-4bf45a1e498e" providerId="ADAL" clId="{410160E4-53A9-496E-AD22-99370CEAB7EC}" dt="2026-10-04T07:31:40.601" v="9353" actId="1038"/>
          <ac:picMkLst>
            <pc:docMk/>
            <pc:sldMk cId="2184408091" sldId="280"/>
            <ac:picMk id="22" creationId="{E5D0F87E-FADB-9286-EADA-FD7CCD3F6F5C}"/>
          </ac:picMkLst>
        </pc:picChg>
      </pc:sldChg>
      <pc:sldChg chg="addSp delSp modSp add mod modTransition modAnim">
        <pc:chgData name="Idowu, Gideon S2501665" userId="d9918a50-a33b-4967-b4ab-4bf45a1e498e" providerId="ADAL" clId="{410160E4-53A9-496E-AD22-99370CEAB7EC}" dt="2026-10-04T18:42:25.732" v="9707"/>
        <pc:sldMkLst>
          <pc:docMk/>
          <pc:sldMk cId="184763765" sldId="281"/>
        </pc:sldMkLst>
        <pc:spChg chg="mod">
          <ac:chgData name="Idowu, Gideon S2501665" userId="d9918a50-a33b-4967-b4ab-4bf45a1e498e" providerId="ADAL" clId="{410160E4-53A9-496E-AD22-99370CEAB7EC}" dt="2026-09-28T19:57:15.553" v="888" actId="34135"/>
          <ac:spMkLst>
            <pc:docMk/>
            <pc:sldMk cId="184763765" sldId="281"/>
            <ac:spMk id="3" creationId="{05DB3F11-AABC-0917-5B15-CFF4348F6733}"/>
          </ac:spMkLst>
        </pc:spChg>
        <pc:spChg chg="add mod">
          <ac:chgData name="Idowu, Gideon S2501665" userId="d9918a50-a33b-4967-b4ab-4bf45a1e498e" providerId="ADAL" clId="{410160E4-53A9-496E-AD22-99370CEAB7EC}" dt="2026-09-28T20:02:01.407" v="914" actId="14100"/>
          <ac:spMkLst>
            <pc:docMk/>
            <pc:sldMk cId="184763765" sldId="281"/>
            <ac:spMk id="5" creationId="{9D91D3A7-941E-F218-53E4-A854A9FCD916}"/>
          </ac:spMkLst>
        </pc:spChg>
        <pc:spChg chg="add del mod">
          <ac:chgData name="Idowu, Gideon S2501665" userId="d9918a50-a33b-4967-b4ab-4bf45a1e498e" providerId="ADAL" clId="{410160E4-53A9-496E-AD22-99370CEAB7EC}" dt="2026-09-28T20:06:57.723" v="952" actId="1076"/>
          <ac:spMkLst>
            <pc:docMk/>
            <pc:sldMk cId="184763765" sldId="281"/>
            <ac:spMk id="6" creationId="{EBE7EB0F-5EC2-F584-EE5A-03F5466B58B9}"/>
          </ac:spMkLst>
        </pc:spChg>
        <pc:spChg chg="mod">
          <ac:chgData name="Idowu, Gideon S2501665" userId="d9918a50-a33b-4967-b4ab-4bf45a1e498e" providerId="ADAL" clId="{410160E4-53A9-496E-AD22-99370CEAB7EC}" dt="2026-09-28T19:39:23.821" v="823" actId="1076"/>
          <ac:spMkLst>
            <pc:docMk/>
            <pc:sldMk cId="184763765" sldId="281"/>
            <ac:spMk id="7" creationId="{C0BCE545-31D5-A5EC-65E4-BEA65B949659}"/>
          </ac:spMkLst>
        </pc:spChg>
        <pc:spChg chg="add mod">
          <ac:chgData name="Idowu, Gideon S2501665" userId="d9918a50-a33b-4967-b4ab-4bf45a1e498e" providerId="ADAL" clId="{410160E4-53A9-496E-AD22-99370CEAB7EC}" dt="2026-09-28T20:02:42.338" v="919" actId="1076"/>
          <ac:spMkLst>
            <pc:docMk/>
            <pc:sldMk cId="184763765" sldId="281"/>
            <ac:spMk id="8" creationId="{D712DD28-679C-CDC7-D40D-708CA23DF44C}"/>
          </ac:spMkLst>
        </pc:spChg>
        <pc:spChg chg="add mod">
          <ac:chgData name="Idowu, Gideon S2501665" userId="d9918a50-a33b-4967-b4ab-4bf45a1e498e" providerId="ADAL" clId="{410160E4-53A9-496E-AD22-99370CEAB7EC}" dt="2026-09-28T20:01:42.288" v="912" actId="14100"/>
          <ac:spMkLst>
            <pc:docMk/>
            <pc:sldMk cId="184763765" sldId="281"/>
            <ac:spMk id="11" creationId="{2D3A8958-D1EF-5B7C-D211-351068726B29}"/>
          </ac:spMkLst>
        </pc:spChg>
        <pc:spChg chg="add mod">
          <ac:chgData name="Idowu, Gideon S2501665" userId="d9918a50-a33b-4967-b4ab-4bf45a1e498e" providerId="ADAL" clId="{410160E4-53A9-496E-AD22-99370CEAB7EC}" dt="2026-09-28T20:04:21.748" v="922" actId="14100"/>
          <ac:spMkLst>
            <pc:docMk/>
            <pc:sldMk cId="184763765" sldId="281"/>
            <ac:spMk id="12" creationId="{9FCC5F65-B2A4-EF87-C12C-5A9E95BA0B6D}"/>
          </ac:spMkLst>
        </pc:spChg>
        <pc:spChg chg="add mod">
          <ac:chgData name="Idowu, Gideon S2501665" userId="d9918a50-a33b-4967-b4ab-4bf45a1e498e" providerId="ADAL" clId="{410160E4-53A9-496E-AD22-99370CEAB7EC}" dt="2026-09-28T20:02:16.246" v="916" actId="1076"/>
          <ac:spMkLst>
            <pc:docMk/>
            <pc:sldMk cId="184763765" sldId="281"/>
            <ac:spMk id="14" creationId="{130B3E9D-D2D7-C697-AF79-410591ABB218}"/>
          </ac:spMkLst>
        </pc:spChg>
        <pc:picChg chg="add mod ord">
          <ac:chgData name="Idowu, Gideon S2501665" userId="d9918a50-a33b-4967-b4ab-4bf45a1e498e" providerId="ADAL" clId="{410160E4-53A9-496E-AD22-99370CEAB7EC}" dt="2026-09-28T19:40:55.434" v="831" actId="1076"/>
          <ac:picMkLst>
            <pc:docMk/>
            <pc:sldMk cId="184763765" sldId="281"/>
            <ac:picMk id="4" creationId="{38DC37E5-5634-50F6-CDFD-898C18C25E6A}"/>
          </ac:picMkLst>
        </pc:picChg>
        <pc:picChg chg="add mod">
          <ac:chgData name="Idowu, Gideon S2501665" userId="d9918a50-a33b-4967-b4ab-4bf45a1e498e" providerId="ADAL" clId="{410160E4-53A9-496E-AD22-99370CEAB7EC}" dt="2026-09-28T20:10:03.718" v="965" actId="1076"/>
          <ac:picMkLst>
            <pc:docMk/>
            <pc:sldMk cId="184763765" sldId="281"/>
            <ac:picMk id="19" creationId="{D80256E2-54F0-DC05-920C-AE2D98D67DBE}"/>
          </ac:picMkLst>
        </pc:picChg>
        <pc:picChg chg="add mod">
          <ac:chgData name="Idowu, Gideon S2501665" userId="d9918a50-a33b-4967-b4ab-4bf45a1e498e" providerId="ADAL" clId="{410160E4-53A9-496E-AD22-99370CEAB7EC}" dt="2026-09-28T20:09:22.290" v="958" actId="1076"/>
          <ac:picMkLst>
            <pc:docMk/>
            <pc:sldMk cId="184763765" sldId="281"/>
            <ac:picMk id="21" creationId="{23E53A3E-2868-0262-7262-DE0CE7AA11DC}"/>
          </ac:picMkLst>
        </pc:picChg>
        <pc:picChg chg="add mod">
          <ac:chgData name="Idowu, Gideon S2501665" userId="d9918a50-a33b-4967-b4ab-4bf45a1e498e" providerId="ADAL" clId="{410160E4-53A9-496E-AD22-99370CEAB7EC}" dt="2026-09-28T20:10:31.863" v="967" actId="1076"/>
          <ac:picMkLst>
            <pc:docMk/>
            <pc:sldMk cId="184763765" sldId="281"/>
            <ac:picMk id="23" creationId="{C6AFC55F-AA4B-1E54-234A-2922935F14C2}"/>
          </ac:picMkLst>
        </pc:picChg>
        <pc:picChg chg="add mod">
          <ac:chgData name="Idowu, Gideon S2501665" userId="d9918a50-a33b-4967-b4ab-4bf45a1e498e" providerId="ADAL" clId="{410160E4-53A9-496E-AD22-99370CEAB7EC}" dt="2026-10-02T22:56:22.401" v="5942" actId="1076"/>
          <ac:picMkLst>
            <pc:docMk/>
            <pc:sldMk cId="184763765" sldId="281"/>
            <ac:picMk id="31" creationId="{D77BB28F-885A-FB9D-9013-D1BF4AECB116}"/>
          </ac:picMkLst>
        </pc:picChg>
        <pc:picChg chg="add mod">
          <ac:chgData name="Idowu, Gideon S2501665" userId="d9918a50-a33b-4967-b4ab-4bf45a1e498e" providerId="ADAL" clId="{410160E4-53A9-496E-AD22-99370CEAB7EC}" dt="2026-10-02T22:56:22.401" v="5942" actId="1076"/>
          <ac:picMkLst>
            <pc:docMk/>
            <pc:sldMk cId="184763765" sldId="281"/>
            <ac:picMk id="32" creationId="{D1EDF069-517E-80FC-67C8-D94A0837DF06}"/>
          </ac:picMkLst>
        </pc:picChg>
        <pc:picChg chg="add mod">
          <ac:chgData name="Idowu, Gideon S2501665" userId="d9918a50-a33b-4967-b4ab-4bf45a1e498e" providerId="ADAL" clId="{410160E4-53A9-496E-AD22-99370CEAB7EC}" dt="2026-10-02T22:56:22.401" v="5942" actId="1076"/>
          <ac:picMkLst>
            <pc:docMk/>
            <pc:sldMk cId="184763765" sldId="281"/>
            <ac:picMk id="33" creationId="{E6D81ECB-8815-F9D6-D68C-0CA7C5CDEBF9}"/>
          </ac:picMkLst>
        </pc:picChg>
        <pc:picChg chg="add mod">
          <ac:chgData name="Idowu, Gideon S2501665" userId="d9918a50-a33b-4967-b4ab-4bf45a1e498e" providerId="ADAL" clId="{410160E4-53A9-496E-AD22-99370CEAB7EC}" dt="2026-10-02T22:56:22.401" v="5942" actId="1076"/>
          <ac:picMkLst>
            <pc:docMk/>
            <pc:sldMk cId="184763765" sldId="281"/>
            <ac:picMk id="34" creationId="{79D15014-67A4-1B02-1D5F-5C5B4E8197B2}"/>
          </ac:picMkLst>
        </pc:picChg>
      </pc:sldChg>
      <pc:sldChg chg="addSp delSp modSp mod modTransition modAnim">
        <pc:chgData name="Idowu, Gideon S2501665" userId="d9918a50-a33b-4967-b4ab-4bf45a1e498e" providerId="ADAL" clId="{410160E4-53A9-496E-AD22-99370CEAB7EC}" dt="2026-10-03T06:58:40.759" v="6725"/>
        <pc:sldMkLst>
          <pc:docMk/>
          <pc:sldMk cId="2379858986" sldId="285"/>
        </pc:sldMkLst>
        <pc:spChg chg="mod">
          <ac:chgData name="Idowu, Gideon S2501665" userId="d9918a50-a33b-4967-b4ab-4bf45a1e498e" providerId="ADAL" clId="{410160E4-53A9-496E-AD22-99370CEAB7EC}" dt="2026-10-03T06:28:13.210" v="6318" actId="1037"/>
          <ac:spMkLst>
            <pc:docMk/>
            <pc:sldMk cId="2379858986" sldId="285"/>
            <ac:spMk id="2" creationId="{BF1B9A59-FFF8-C26C-C2F8-5C957FAA1281}"/>
          </ac:spMkLst>
        </pc:spChg>
        <pc:spChg chg="mod">
          <ac:chgData name="Idowu, Gideon S2501665" userId="d9918a50-a33b-4967-b4ab-4bf45a1e498e" providerId="ADAL" clId="{410160E4-53A9-496E-AD22-99370CEAB7EC}" dt="2026-10-03T06:31:38.418" v="6378" actId="1035"/>
          <ac:spMkLst>
            <pc:docMk/>
            <pc:sldMk cId="2379858986" sldId="285"/>
            <ac:spMk id="4" creationId="{6915800C-9892-66F0-C819-F7F234262CC8}"/>
          </ac:spMkLst>
        </pc:spChg>
        <pc:spChg chg="mod">
          <ac:chgData name="Idowu, Gideon S2501665" userId="d9918a50-a33b-4967-b4ab-4bf45a1e498e" providerId="ADAL" clId="{410160E4-53A9-496E-AD22-99370CEAB7EC}" dt="2026-10-03T06:53:59.925" v="6708" actId="1076"/>
          <ac:spMkLst>
            <pc:docMk/>
            <pc:sldMk cId="2379858986" sldId="285"/>
            <ac:spMk id="5" creationId="{E8A5B8A4-5367-8ABC-5BEB-7EC1F5954D82}"/>
          </ac:spMkLst>
        </pc:spChg>
        <pc:spChg chg="mod">
          <ac:chgData name="Idowu, Gideon S2501665" userId="d9918a50-a33b-4967-b4ab-4bf45a1e498e" providerId="ADAL" clId="{410160E4-53A9-496E-AD22-99370CEAB7EC}" dt="2026-10-03T06:37:08.397" v="6452" actId="1076"/>
          <ac:spMkLst>
            <pc:docMk/>
            <pc:sldMk cId="2379858986" sldId="285"/>
            <ac:spMk id="6" creationId="{D758E67D-D0EF-65A5-E51D-B5A0E78764FD}"/>
          </ac:spMkLst>
        </pc:spChg>
        <pc:spChg chg="mod">
          <ac:chgData name="Idowu, Gideon S2501665" userId="d9918a50-a33b-4967-b4ab-4bf45a1e498e" providerId="ADAL" clId="{410160E4-53A9-496E-AD22-99370CEAB7EC}" dt="2026-10-03T06:41:52.946" v="6547" actId="1035"/>
          <ac:spMkLst>
            <pc:docMk/>
            <pc:sldMk cId="2379858986" sldId="285"/>
            <ac:spMk id="8" creationId="{5307AC8F-9A94-61F9-587A-647768ED2A28}"/>
          </ac:spMkLst>
        </pc:spChg>
        <pc:spChg chg="add mod">
          <ac:chgData name="Idowu, Gideon S2501665" userId="d9918a50-a33b-4967-b4ab-4bf45a1e498e" providerId="ADAL" clId="{410160E4-53A9-496E-AD22-99370CEAB7EC}" dt="2026-10-03T06:37:23.241" v="6473" actId="1038"/>
          <ac:spMkLst>
            <pc:docMk/>
            <pc:sldMk cId="2379858986" sldId="285"/>
            <ac:spMk id="10" creationId="{E74D2F69-9BB8-9D50-FF1E-27F0DE0F78AA}"/>
          </ac:spMkLst>
        </pc:spChg>
        <pc:spChg chg="add mod">
          <ac:chgData name="Idowu, Gideon S2501665" userId="d9918a50-a33b-4967-b4ab-4bf45a1e498e" providerId="ADAL" clId="{410160E4-53A9-496E-AD22-99370CEAB7EC}" dt="2026-10-02T22:17:21.867" v="5148" actId="1035"/>
          <ac:spMkLst>
            <pc:docMk/>
            <pc:sldMk cId="2379858986" sldId="285"/>
            <ac:spMk id="11" creationId="{0079BC44-C870-1648-CD5A-13BE36A112C6}"/>
          </ac:spMkLst>
        </pc:spChg>
        <pc:spChg chg="add mod">
          <ac:chgData name="Idowu, Gideon S2501665" userId="d9918a50-a33b-4967-b4ab-4bf45a1e498e" providerId="ADAL" clId="{410160E4-53A9-496E-AD22-99370CEAB7EC}" dt="2026-10-03T06:37:18.558" v="6454" actId="1076"/>
          <ac:spMkLst>
            <pc:docMk/>
            <pc:sldMk cId="2379858986" sldId="285"/>
            <ac:spMk id="13" creationId="{646E3D35-999B-F501-FFC0-17D2D7B78BA5}"/>
          </ac:spMkLst>
        </pc:spChg>
        <pc:spChg chg="add mod">
          <ac:chgData name="Idowu, Gideon S2501665" userId="d9918a50-a33b-4967-b4ab-4bf45a1e498e" providerId="ADAL" clId="{410160E4-53A9-496E-AD22-99370CEAB7EC}" dt="2026-10-03T06:42:37.891" v="6635" actId="1035"/>
          <ac:spMkLst>
            <pc:docMk/>
            <pc:sldMk cId="2379858986" sldId="285"/>
            <ac:spMk id="17" creationId="{C92D409C-1DC4-2E76-919C-4C0FE6CDBD47}"/>
          </ac:spMkLst>
        </pc:spChg>
        <pc:spChg chg="add mod">
          <ac:chgData name="Idowu, Gideon S2501665" userId="d9918a50-a33b-4967-b4ab-4bf45a1e498e" providerId="ADAL" clId="{410160E4-53A9-496E-AD22-99370CEAB7EC}" dt="2026-10-03T06:42:26.811" v="6630" actId="1037"/>
          <ac:spMkLst>
            <pc:docMk/>
            <pc:sldMk cId="2379858986" sldId="285"/>
            <ac:spMk id="18" creationId="{2E83D9DF-5CA7-8B92-F054-510E3507E9CD}"/>
          </ac:spMkLst>
        </pc:spChg>
        <pc:spChg chg="mod">
          <ac:chgData name="Idowu, Gideon S2501665" userId="d9918a50-a33b-4967-b4ab-4bf45a1e498e" providerId="ADAL" clId="{410160E4-53A9-496E-AD22-99370CEAB7EC}" dt="2026-10-03T06:42:42.515" v="6640" actId="1038"/>
          <ac:spMkLst>
            <pc:docMk/>
            <pc:sldMk cId="2379858986" sldId="285"/>
            <ac:spMk id="27" creationId="{C5FD7CEA-4594-6BFD-602E-35520F9F14BF}"/>
          </ac:spMkLst>
        </pc:spChg>
        <pc:spChg chg="add mod">
          <ac:chgData name="Idowu, Gideon S2501665" userId="d9918a50-a33b-4967-b4ab-4bf45a1e498e" providerId="ADAL" clId="{410160E4-53A9-496E-AD22-99370CEAB7EC}" dt="2026-10-03T06:54:07.927" v="6710" actId="1076"/>
          <ac:spMkLst>
            <pc:docMk/>
            <pc:sldMk cId="2379858986" sldId="285"/>
            <ac:spMk id="34" creationId="{4584C876-B70D-7096-E38F-474EED5B0B1E}"/>
          </ac:spMkLst>
        </pc:spChg>
        <pc:picChg chg="add mod">
          <ac:chgData name="Idowu, Gideon S2501665" userId="d9918a50-a33b-4967-b4ab-4bf45a1e498e" providerId="ADAL" clId="{410160E4-53A9-496E-AD22-99370CEAB7EC}" dt="2026-10-03T06:50:58.419" v="6693" actId="1076"/>
          <ac:picMkLst>
            <pc:docMk/>
            <pc:sldMk cId="2379858986" sldId="285"/>
            <ac:picMk id="9" creationId="{5E0623D0-2C67-8C70-FB81-75CD21301BB9}"/>
          </ac:picMkLst>
        </pc:picChg>
        <pc:picChg chg="add mod">
          <ac:chgData name="Idowu, Gideon S2501665" userId="d9918a50-a33b-4967-b4ab-4bf45a1e498e" providerId="ADAL" clId="{410160E4-53A9-496E-AD22-99370CEAB7EC}" dt="2026-10-03T06:47:13.482" v="6672" actId="1076"/>
          <ac:picMkLst>
            <pc:docMk/>
            <pc:sldMk cId="2379858986" sldId="285"/>
            <ac:picMk id="29" creationId="{42B33285-2FC9-D1B3-1774-7562D465917C}"/>
          </ac:picMkLst>
        </pc:picChg>
        <pc:picChg chg="add mod">
          <ac:chgData name="Idowu, Gideon S2501665" userId="d9918a50-a33b-4967-b4ab-4bf45a1e498e" providerId="ADAL" clId="{410160E4-53A9-496E-AD22-99370CEAB7EC}" dt="2026-10-03T06:47:21.119" v="6674" actId="1076"/>
          <ac:picMkLst>
            <pc:docMk/>
            <pc:sldMk cId="2379858986" sldId="285"/>
            <ac:picMk id="31" creationId="{B6521714-3A2E-4034-D5B2-1E8ED3207E5A}"/>
          </ac:picMkLst>
        </pc:picChg>
        <pc:picChg chg="add mod">
          <ac:chgData name="Idowu, Gideon S2501665" userId="d9918a50-a33b-4967-b4ab-4bf45a1e498e" providerId="ADAL" clId="{410160E4-53A9-496E-AD22-99370CEAB7EC}" dt="2026-10-03T06:48:25.540" v="6689" actId="1036"/>
          <ac:picMkLst>
            <pc:docMk/>
            <pc:sldMk cId="2379858986" sldId="285"/>
            <ac:picMk id="33" creationId="{45760DF5-218D-C900-9488-4DED93AE49CE}"/>
          </ac:picMkLst>
        </pc:picChg>
      </pc:sldChg>
      <pc:sldChg chg="addSp delSp modSp mod modTransition delAnim modAnim">
        <pc:chgData name="Idowu, Gideon S2501665" userId="d9918a50-a33b-4967-b4ab-4bf45a1e498e" providerId="ADAL" clId="{410160E4-53A9-496E-AD22-99370CEAB7EC}" dt="2026-10-03T18:20:59.100" v="8885"/>
        <pc:sldMkLst>
          <pc:docMk/>
          <pc:sldMk cId="1676879517" sldId="286"/>
        </pc:sldMkLst>
        <pc:spChg chg="add mod">
          <ac:chgData name="Idowu, Gideon S2501665" userId="d9918a50-a33b-4967-b4ab-4bf45a1e498e" providerId="ADAL" clId="{410160E4-53A9-496E-AD22-99370CEAB7EC}" dt="2026-10-03T18:20:33.933" v="8882" actId="1035"/>
          <ac:spMkLst>
            <pc:docMk/>
            <pc:sldMk cId="1676879517" sldId="286"/>
            <ac:spMk id="2" creationId="{FD785896-A129-9BDB-AA2E-2008CF38DCC7}"/>
          </ac:spMkLst>
        </pc:spChg>
        <pc:spChg chg="add mod">
          <ac:chgData name="Idowu, Gideon S2501665" userId="d9918a50-a33b-4967-b4ab-4bf45a1e498e" providerId="ADAL" clId="{410160E4-53A9-496E-AD22-99370CEAB7EC}" dt="2026-10-02T22:17:30.972" v="5204" actId="1035"/>
          <ac:spMkLst>
            <pc:docMk/>
            <pc:sldMk cId="1676879517" sldId="286"/>
            <ac:spMk id="3" creationId="{0710055D-9AF6-250F-1642-4ED7DAD7D7CA}"/>
          </ac:spMkLst>
        </pc:spChg>
        <pc:spChg chg="add mod">
          <ac:chgData name="Idowu, Gideon S2501665" userId="d9918a50-a33b-4967-b4ab-4bf45a1e498e" providerId="ADAL" clId="{410160E4-53A9-496E-AD22-99370CEAB7EC}" dt="2026-10-03T18:20:33.933" v="8882" actId="1035"/>
          <ac:spMkLst>
            <pc:docMk/>
            <pc:sldMk cId="1676879517" sldId="286"/>
            <ac:spMk id="4" creationId="{CA2FDA5C-084D-6436-8CD3-08611419405A}"/>
          </ac:spMkLst>
        </pc:spChg>
        <pc:spChg chg="add mod">
          <ac:chgData name="Idowu, Gideon S2501665" userId="d9918a50-a33b-4967-b4ab-4bf45a1e498e" providerId="ADAL" clId="{410160E4-53A9-496E-AD22-99370CEAB7EC}" dt="2026-10-03T14:18:27.994" v="7935" actId="403"/>
          <ac:spMkLst>
            <pc:docMk/>
            <pc:sldMk cId="1676879517" sldId="286"/>
            <ac:spMk id="5" creationId="{1407A7F0-712B-0BCB-BB6A-29267A1D0A58}"/>
          </ac:spMkLst>
        </pc:spChg>
        <pc:spChg chg="add mod">
          <ac:chgData name="Idowu, Gideon S2501665" userId="d9918a50-a33b-4967-b4ab-4bf45a1e498e" providerId="ADAL" clId="{410160E4-53A9-496E-AD22-99370CEAB7EC}" dt="2026-10-03T14:43:47.179" v="8371" actId="1076"/>
          <ac:spMkLst>
            <pc:docMk/>
            <pc:sldMk cId="1676879517" sldId="286"/>
            <ac:spMk id="6" creationId="{EAAA54D6-1950-1E43-1CAD-9ED5563542D0}"/>
          </ac:spMkLst>
        </pc:spChg>
        <pc:spChg chg="add mod">
          <ac:chgData name="Idowu, Gideon S2501665" userId="d9918a50-a33b-4967-b4ab-4bf45a1e498e" providerId="ADAL" clId="{410160E4-53A9-496E-AD22-99370CEAB7EC}" dt="2026-10-03T14:47:49.351" v="8434" actId="1076"/>
          <ac:spMkLst>
            <pc:docMk/>
            <pc:sldMk cId="1676879517" sldId="286"/>
            <ac:spMk id="8" creationId="{0F9AD6FB-F58D-FB13-1382-95B245D14C5B}"/>
          </ac:spMkLst>
        </pc:spChg>
        <pc:spChg chg="add mod">
          <ac:chgData name="Idowu, Gideon S2501665" userId="d9918a50-a33b-4967-b4ab-4bf45a1e498e" providerId="ADAL" clId="{410160E4-53A9-496E-AD22-99370CEAB7EC}" dt="2026-10-03T14:45:54.359" v="8422" actId="1038"/>
          <ac:spMkLst>
            <pc:docMk/>
            <pc:sldMk cId="1676879517" sldId="286"/>
            <ac:spMk id="9" creationId="{0208CB7F-35F8-5912-B4E2-178419B1DAEE}"/>
          </ac:spMkLst>
        </pc:spChg>
        <pc:spChg chg="add mod">
          <ac:chgData name="Idowu, Gideon S2501665" userId="d9918a50-a33b-4967-b4ab-4bf45a1e498e" providerId="ADAL" clId="{410160E4-53A9-496E-AD22-99370CEAB7EC}" dt="2026-10-03T18:20:03.831" v="8836" actId="1076"/>
          <ac:spMkLst>
            <pc:docMk/>
            <pc:sldMk cId="1676879517" sldId="286"/>
            <ac:spMk id="10" creationId="{FE7145F7-EFAA-F2D0-CEEA-DF0FB58353BF}"/>
          </ac:spMkLst>
        </pc:spChg>
        <pc:spChg chg="add mod">
          <ac:chgData name="Idowu, Gideon S2501665" userId="d9918a50-a33b-4967-b4ab-4bf45a1e498e" providerId="ADAL" clId="{410160E4-53A9-496E-AD22-99370CEAB7EC}" dt="2026-10-03T18:20:21.095" v="8842" actId="1035"/>
          <ac:spMkLst>
            <pc:docMk/>
            <pc:sldMk cId="1676879517" sldId="286"/>
            <ac:spMk id="11" creationId="{D567B407-88C5-2DA1-45D7-D90C45E57E1C}"/>
          </ac:spMkLst>
        </pc:spChg>
        <pc:spChg chg="add mod">
          <ac:chgData name="Idowu, Gideon S2501665" userId="d9918a50-a33b-4967-b4ab-4bf45a1e498e" providerId="ADAL" clId="{410160E4-53A9-496E-AD22-99370CEAB7EC}" dt="2026-10-03T18:20:33.933" v="8882" actId="1035"/>
          <ac:spMkLst>
            <pc:docMk/>
            <pc:sldMk cId="1676879517" sldId="286"/>
            <ac:spMk id="13" creationId="{EE1B8620-F83A-2890-F903-F783E7EAF5BB}"/>
          </ac:spMkLst>
        </pc:spChg>
        <pc:spChg chg="mod">
          <ac:chgData name="Idowu, Gideon S2501665" userId="d9918a50-a33b-4967-b4ab-4bf45a1e498e" providerId="ADAL" clId="{410160E4-53A9-496E-AD22-99370CEAB7EC}" dt="2026-10-03T14:00:06.650" v="7595" actId="1076"/>
          <ac:spMkLst>
            <pc:docMk/>
            <pc:sldMk cId="1676879517" sldId="286"/>
            <ac:spMk id="15" creationId="{6F8A7E3A-F68A-7F76-0480-D684848EB6DA}"/>
          </ac:spMkLst>
        </pc:spChg>
        <pc:spChg chg="add mod">
          <ac:chgData name="Idowu, Gideon S2501665" userId="d9918a50-a33b-4967-b4ab-4bf45a1e498e" providerId="ADAL" clId="{410160E4-53A9-496E-AD22-99370CEAB7EC}" dt="2026-10-03T18:20:33.933" v="8882" actId="1035"/>
          <ac:spMkLst>
            <pc:docMk/>
            <pc:sldMk cId="1676879517" sldId="286"/>
            <ac:spMk id="16" creationId="{9CB666A8-F2E8-49EA-FAAD-251DFDFBF4E5}"/>
          </ac:spMkLst>
        </pc:spChg>
        <pc:spChg chg="add mod">
          <ac:chgData name="Idowu, Gideon S2501665" userId="d9918a50-a33b-4967-b4ab-4bf45a1e498e" providerId="ADAL" clId="{410160E4-53A9-496E-AD22-99370CEAB7EC}" dt="2026-10-03T18:20:21.095" v="8842" actId="1035"/>
          <ac:spMkLst>
            <pc:docMk/>
            <pc:sldMk cId="1676879517" sldId="286"/>
            <ac:spMk id="17" creationId="{A80F4095-AD62-9297-65D7-4666D2DE4D61}"/>
          </ac:spMkLst>
        </pc:spChg>
        <pc:spChg chg="mod">
          <ac:chgData name="Idowu, Gideon S2501665" userId="d9918a50-a33b-4967-b4ab-4bf45a1e498e" providerId="ADAL" clId="{410160E4-53A9-496E-AD22-99370CEAB7EC}" dt="2026-10-03T14:47:39.793" v="8433" actId="1076"/>
          <ac:spMkLst>
            <pc:docMk/>
            <pc:sldMk cId="1676879517" sldId="286"/>
            <ac:spMk id="18" creationId="{388AE85A-173E-D1AB-952A-C4047EC7C271}"/>
          </ac:spMkLst>
        </pc:spChg>
        <pc:spChg chg="mod">
          <ac:chgData name="Idowu, Gideon S2501665" userId="d9918a50-a33b-4967-b4ab-4bf45a1e498e" providerId="ADAL" clId="{410160E4-53A9-496E-AD22-99370CEAB7EC}" dt="2026-10-03T14:00:40.807" v="7614" actId="1036"/>
          <ac:spMkLst>
            <pc:docMk/>
            <pc:sldMk cId="1676879517" sldId="286"/>
            <ac:spMk id="19" creationId="{22E4164A-774A-DC66-ACDD-3DC8720311DA}"/>
          </ac:spMkLst>
        </pc:spChg>
        <pc:spChg chg="add mod">
          <ac:chgData name="Idowu, Gideon S2501665" userId="d9918a50-a33b-4967-b4ab-4bf45a1e498e" providerId="ADAL" clId="{410160E4-53A9-496E-AD22-99370CEAB7EC}" dt="2026-10-03T18:20:03.831" v="8836" actId="1076"/>
          <ac:spMkLst>
            <pc:docMk/>
            <pc:sldMk cId="1676879517" sldId="286"/>
            <ac:spMk id="20" creationId="{ABF424E4-A082-82EC-FAB9-3A7F37C407C8}"/>
          </ac:spMkLst>
        </pc:spChg>
        <pc:spChg chg="add mod">
          <ac:chgData name="Idowu, Gideon S2501665" userId="d9918a50-a33b-4967-b4ab-4bf45a1e498e" providerId="ADAL" clId="{410160E4-53A9-496E-AD22-99370CEAB7EC}" dt="2026-10-03T18:20:33.933" v="8882" actId="1035"/>
          <ac:spMkLst>
            <pc:docMk/>
            <pc:sldMk cId="1676879517" sldId="286"/>
            <ac:spMk id="27" creationId="{F563F21B-6526-235C-8FB5-70E1511296A0}"/>
          </ac:spMkLst>
        </pc:spChg>
        <pc:spChg chg="add mod">
          <ac:chgData name="Idowu, Gideon S2501665" userId="d9918a50-a33b-4967-b4ab-4bf45a1e498e" providerId="ADAL" clId="{410160E4-53A9-496E-AD22-99370CEAB7EC}" dt="2026-10-03T14:43:41.896" v="8370" actId="1037"/>
          <ac:spMkLst>
            <pc:docMk/>
            <pc:sldMk cId="1676879517" sldId="286"/>
            <ac:spMk id="31" creationId="{C3E6B964-5DD1-0B51-F856-1C39D585C5F7}"/>
          </ac:spMkLst>
        </pc:spChg>
        <pc:spChg chg="add mod">
          <ac:chgData name="Idowu, Gideon S2501665" userId="d9918a50-a33b-4967-b4ab-4bf45a1e498e" providerId="ADAL" clId="{410160E4-53A9-496E-AD22-99370CEAB7EC}" dt="2026-10-03T14:47:39.793" v="8433" actId="1076"/>
          <ac:spMkLst>
            <pc:docMk/>
            <pc:sldMk cId="1676879517" sldId="286"/>
            <ac:spMk id="32" creationId="{345C2C72-30E2-7EF0-D703-52EA96736987}"/>
          </ac:spMkLst>
        </pc:spChg>
        <pc:spChg chg="add mod">
          <ac:chgData name="Idowu, Gideon S2501665" userId="d9918a50-a33b-4967-b4ab-4bf45a1e498e" providerId="ADAL" clId="{410160E4-53A9-496E-AD22-99370CEAB7EC}" dt="2026-10-03T14:47:49.351" v="8434" actId="1076"/>
          <ac:spMkLst>
            <pc:docMk/>
            <pc:sldMk cId="1676879517" sldId="286"/>
            <ac:spMk id="33" creationId="{9E0E5F20-951C-9B0F-91AC-227A45D9C12C}"/>
          </ac:spMkLst>
        </pc:spChg>
        <pc:spChg chg="add mod">
          <ac:chgData name="Idowu, Gideon S2501665" userId="d9918a50-a33b-4967-b4ab-4bf45a1e498e" providerId="ADAL" clId="{410160E4-53A9-496E-AD22-99370CEAB7EC}" dt="2026-10-03T14:44:10.772" v="8385" actId="1076"/>
          <ac:spMkLst>
            <pc:docMk/>
            <pc:sldMk cId="1676879517" sldId="286"/>
            <ac:spMk id="34" creationId="{DBFF1160-6750-7A18-2404-C58AF2E2138A}"/>
          </ac:spMkLst>
        </pc:spChg>
        <pc:picChg chg="mod">
          <ac:chgData name="Idowu, Gideon S2501665" userId="d9918a50-a33b-4967-b4ab-4bf45a1e498e" providerId="ADAL" clId="{410160E4-53A9-496E-AD22-99370CEAB7EC}" dt="2026-10-03T18:20:33.933" v="8882" actId="1035"/>
          <ac:picMkLst>
            <pc:docMk/>
            <pc:sldMk cId="1676879517" sldId="286"/>
            <ac:picMk id="12" creationId="{6B4259F1-55EE-EDEC-79D4-9B876BC9BDFA}"/>
          </ac:picMkLst>
        </pc:picChg>
        <pc:picChg chg="add mod">
          <ac:chgData name="Idowu, Gideon S2501665" userId="d9918a50-a33b-4967-b4ab-4bf45a1e498e" providerId="ADAL" clId="{410160E4-53A9-496E-AD22-99370CEAB7EC}" dt="2026-10-03T18:20:33.933" v="8882" actId="1035"/>
          <ac:picMkLst>
            <pc:docMk/>
            <pc:sldMk cId="1676879517" sldId="286"/>
            <ac:picMk id="21" creationId="{18417F05-1483-FD61-8B09-69473AFDBF5A}"/>
          </ac:picMkLst>
        </pc:picChg>
        <pc:picChg chg="add mod">
          <ac:chgData name="Idowu, Gideon S2501665" userId="d9918a50-a33b-4967-b4ab-4bf45a1e498e" providerId="ADAL" clId="{410160E4-53A9-496E-AD22-99370CEAB7EC}" dt="2026-10-03T14:43:49.640" v="8378" actId="1038"/>
          <ac:picMkLst>
            <pc:docMk/>
            <pc:sldMk cId="1676879517" sldId="286"/>
            <ac:picMk id="22" creationId="{6F552A64-E47C-A281-D96F-4D598E578436}"/>
          </ac:picMkLst>
        </pc:picChg>
        <pc:picChg chg="mod">
          <ac:chgData name="Idowu, Gideon S2501665" userId="d9918a50-a33b-4967-b4ab-4bf45a1e498e" providerId="ADAL" clId="{410160E4-53A9-496E-AD22-99370CEAB7EC}" dt="2026-10-03T18:20:33.933" v="8882" actId="1035"/>
          <ac:picMkLst>
            <pc:docMk/>
            <pc:sldMk cId="1676879517" sldId="286"/>
            <ac:picMk id="23" creationId="{3C7EC404-4113-B2A6-D1E8-D3E5B926D3CB}"/>
          </ac:picMkLst>
        </pc:picChg>
        <pc:picChg chg="add mod">
          <ac:chgData name="Idowu, Gideon S2501665" userId="d9918a50-a33b-4967-b4ab-4bf45a1e498e" providerId="ADAL" clId="{410160E4-53A9-496E-AD22-99370CEAB7EC}" dt="2026-10-03T14:47:39.793" v="8433" actId="1076"/>
          <ac:picMkLst>
            <pc:docMk/>
            <pc:sldMk cId="1676879517" sldId="286"/>
            <ac:picMk id="24" creationId="{22711E3D-DDB2-BF6C-0896-6A8337B70F25}"/>
          </ac:picMkLst>
        </pc:picChg>
        <pc:picChg chg="mod">
          <ac:chgData name="Idowu, Gideon S2501665" userId="d9918a50-a33b-4967-b4ab-4bf45a1e498e" providerId="ADAL" clId="{410160E4-53A9-496E-AD22-99370CEAB7EC}" dt="2026-10-03T18:20:33.933" v="8882" actId="1035"/>
          <ac:picMkLst>
            <pc:docMk/>
            <pc:sldMk cId="1676879517" sldId="286"/>
            <ac:picMk id="25" creationId="{3E3B2C91-C9A4-4494-23FE-DAA32EF21583}"/>
          </ac:picMkLst>
        </pc:picChg>
        <pc:picChg chg="add mod">
          <ac:chgData name="Idowu, Gideon S2501665" userId="d9918a50-a33b-4967-b4ab-4bf45a1e498e" providerId="ADAL" clId="{410160E4-53A9-496E-AD22-99370CEAB7EC}" dt="2026-10-03T14:47:49.351" v="8434" actId="1076"/>
          <ac:picMkLst>
            <pc:docMk/>
            <pc:sldMk cId="1676879517" sldId="286"/>
            <ac:picMk id="26" creationId="{F11956E1-BA62-4E27-9ACC-0C0FC1A46A92}"/>
          </ac:picMkLst>
        </pc:picChg>
        <pc:picChg chg="add mod">
          <ac:chgData name="Idowu, Gideon S2501665" userId="d9918a50-a33b-4967-b4ab-4bf45a1e498e" providerId="ADAL" clId="{410160E4-53A9-496E-AD22-99370CEAB7EC}" dt="2026-10-03T14:18:17.576" v="7932" actId="1035"/>
          <ac:picMkLst>
            <pc:docMk/>
            <pc:sldMk cId="1676879517" sldId="286"/>
            <ac:picMk id="29" creationId="{7AA2710B-30CB-340E-B79E-C38A202E95DD}"/>
          </ac:picMkLst>
        </pc:picChg>
      </pc:sldChg>
      <pc:sldChg chg="addSp delSp modSp mod modTransition modAnim">
        <pc:chgData name="Idowu, Gideon S2501665" userId="d9918a50-a33b-4967-b4ab-4bf45a1e498e" providerId="ADAL" clId="{410160E4-53A9-496E-AD22-99370CEAB7EC}" dt="2026-10-03T20:13:07.223" v="9285"/>
        <pc:sldMkLst>
          <pc:docMk/>
          <pc:sldMk cId="2499040535" sldId="287"/>
        </pc:sldMkLst>
        <pc:spChg chg="mod">
          <ac:chgData name="Idowu, Gideon S2501665" userId="d9918a50-a33b-4967-b4ab-4bf45a1e498e" providerId="ADAL" clId="{410160E4-53A9-496E-AD22-99370CEAB7EC}" dt="2026-10-03T07:01:02.296" v="6726" actId="122"/>
          <ac:spMkLst>
            <pc:docMk/>
            <pc:sldMk cId="2499040535" sldId="287"/>
            <ac:spMk id="2" creationId="{AC228874-7341-B3FC-54F2-8B104891DFDB}"/>
          </ac:spMkLst>
        </pc:spChg>
        <pc:spChg chg="mod">
          <ac:chgData name="Idowu, Gideon S2501665" userId="d9918a50-a33b-4967-b4ab-4bf45a1e498e" providerId="ADAL" clId="{410160E4-53A9-496E-AD22-99370CEAB7EC}" dt="2026-10-03T13:50:14.443" v="7576" actId="14100"/>
          <ac:spMkLst>
            <pc:docMk/>
            <pc:sldMk cId="2499040535" sldId="287"/>
            <ac:spMk id="3" creationId="{AB299C76-DE16-E49D-17D1-EDCF2FD74C44}"/>
          </ac:spMkLst>
        </pc:spChg>
        <pc:spChg chg="add mod">
          <ac:chgData name="Idowu, Gideon S2501665" userId="d9918a50-a33b-4967-b4ab-4bf45a1e498e" providerId="ADAL" clId="{410160E4-53A9-496E-AD22-99370CEAB7EC}" dt="2026-10-03T13:35:11.188" v="7481" actId="404"/>
          <ac:spMkLst>
            <pc:docMk/>
            <pc:sldMk cId="2499040535" sldId="287"/>
            <ac:spMk id="4" creationId="{BD804985-F288-0D74-3B5C-BAFC1D313408}"/>
          </ac:spMkLst>
        </pc:spChg>
        <pc:spChg chg="mod">
          <ac:chgData name="Idowu, Gideon S2501665" userId="d9918a50-a33b-4967-b4ab-4bf45a1e498e" providerId="ADAL" clId="{410160E4-53A9-496E-AD22-99370CEAB7EC}" dt="2026-10-03T13:49:46.584" v="7571" actId="1076"/>
          <ac:spMkLst>
            <pc:docMk/>
            <pc:sldMk cId="2499040535" sldId="287"/>
            <ac:spMk id="5" creationId="{2024C177-D459-5880-C41C-E5A695712804}"/>
          </ac:spMkLst>
        </pc:spChg>
        <pc:spChg chg="add mod">
          <ac:chgData name="Idowu, Gideon S2501665" userId="d9918a50-a33b-4967-b4ab-4bf45a1e498e" providerId="ADAL" clId="{410160E4-53A9-496E-AD22-99370CEAB7EC}" dt="2026-10-03T14:54:51.213" v="8528" actId="1076"/>
          <ac:spMkLst>
            <pc:docMk/>
            <pc:sldMk cId="2499040535" sldId="287"/>
            <ac:spMk id="6" creationId="{43DEC462-3395-4223-3C10-4767CAFA44BE}"/>
          </ac:spMkLst>
        </pc:spChg>
        <pc:spChg chg="mod">
          <ac:chgData name="Idowu, Gideon S2501665" userId="d9918a50-a33b-4967-b4ab-4bf45a1e498e" providerId="ADAL" clId="{410160E4-53A9-496E-AD22-99370CEAB7EC}" dt="2026-10-03T13:35:58.033" v="7488" actId="404"/>
          <ac:spMkLst>
            <pc:docMk/>
            <pc:sldMk cId="2499040535" sldId="287"/>
            <ac:spMk id="8" creationId="{081ED5AB-4DEC-9BC0-DE24-C7A4DC589930}"/>
          </ac:spMkLst>
        </pc:spChg>
        <pc:spChg chg="mod">
          <ac:chgData name="Idowu, Gideon S2501665" userId="d9918a50-a33b-4967-b4ab-4bf45a1e498e" providerId="ADAL" clId="{410160E4-53A9-496E-AD22-99370CEAB7EC}" dt="2026-10-03T13:36:12.205" v="7490" actId="1076"/>
          <ac:spMkLst>
            <pc:docMk/>
            <pc:sldMk cId="2499040535" sldId="287"/>
            <ac:spMk id="9" creationId="{5863C1A7-E363-6D86-DD07-09709E0F194F}"/>
          </ac:spMkLst>
        </pc:spChg>
        <pc:spChg chg="add">
          <ac:chgData name="Idowu, Gideon S2501665" userId="d9918a50-a33b-4967-b4ab-4bf45a1e498e" providerId="ADAL" clId="{410160E4-53A9-496E-AD22-99370CEAB7EC}" dt="2026-10-02T22:17:34.702" v="5205" actId="22"/>
          <ac:spMkLst>
            <pc:docMk/>
            <pc:sldMk cId="2499040535" sldId="287"/>
            <ac:spMk id="10" creationId="{BFB58D75-BF78-60BB-A82B-9FC675FA38D2}"/>
          </ac:spMkLst>
        </pc:spChg>
        <pc:spChg chg="add mod">
          <ac:chgData name="Idowu, Gideon S2501665" userId="d9918a50-a33b-4967-b4ab-4bf45a1e498e" providerId="ADAL" clId="{410160E4-53A9-496E-AD22-99370CEAB7EC}" dt="2026-10-03T13:43:08.068" v="7511" actId="1076"/>
          <ac:spMkLst>
            <pc:docMk/>
            <pc:sldMk cId="2499040535" sldId="287"/>
            <ac:spMk id="11" creationId="{047D34C8-8E25-E684-6D05-FA985B591EF2}"/>
          </ac:spMkLst>
        </pc:spChg>
        <pc:spChg chg="add mod">
          <ac:chgData name="Idowu, Gideon S2501665" userId="d9918a50-a33b-4967-b4ab-4bf45a1e498e" providerId="ADAL" clId="{410160E4-53A9-496E-AD22-99370CEAB7EC}" dt="2026-10-03T13:34:53.601" v="7480" actId="403"/>
          <ac:spMkLst>
            <pc:docMk/>
            <pc:sldMk cId="2499040535" sldId="287"/>
            <ac:spMk id="12" creationId="{828C9894-0EF1-EA3A-EC77-52F1D5AC2C69}"/>
          </ac:spMkLst>
        </pc:spChg>
        <pc:spChg chg="add mod">
          <ac:chgData name="Idowu, Gideon S2501665" userId="d9918a50-a33b-4967-b4ab-4bf45a1e498e" providerId="ADAL" clId="{410160E4-53A9-496E-AD22-99370CEAB7EC}" dt="2026-10-03T14:55:00.358" v="8529" actId="1076"/>
          <ac:spMkLst>
            <pc:docMk/>
            <pc:sldMk cId="2499040535" sldId="287"/>
            <ac:spMk id="13" creationId="{F5FCD3CF-406E-2DCE-D9F8-A02A88386D01}"/>
          </ac:spMkLst>
        </pc:spChg>
        <pc:spChg chg="add del mod">
          <ac:chgData name="Idowu, Gideon S2501665" userId="d9918a50-a33b-4967-b4ab-4bf45a1e498e" providerId="ADAL" clId="{410160E4-53A9-496E-AD22-99370CEAB7EC}" dt="2026-10-03T13:35:22.872" v="7483" actId="404"/>
          <ac:spMkLst>
            <pc:docMk/>
            <pc:sldMk cId="2499040535" sldId="287"/>
            <ac:spMk id="14" creationId="{CBFEE1AE-EDED-4E77-AA24-811E6CAF0972}"/>
          </ac:spMkLst>
        </pc:spChg>
        <pc:spChg chg="add mod">
          <ac:chgData name="Idowu, Gideon S2501665" userId="d9918a50-a33b-4967-b4ab-4bf45a1e498e" providerId="ADAL" clId="{410160E4-53A9-496E-AD22-99370CEAB7EC}" dt="2026-10-03T14:55:21.557" v="8532" actId="1076"/>
          <ac:spMkLst>
            <pc:docMk/>
            <pc:sldMk cId="2499040535" sldId="287"/>
            <ac:spMk id="16" creationId="{77FA8E94-1EB4-07C8-6535-98DFB1FB154C}"/>
          </ac:spMkLst>
        </pc:spChg>
        <pc:spChg chg="add mod">
          <ac:chgData name="Idowu, Gideon S2501665" userId="d9918a50-a33b-4967-b4ab-4bf45a1e498e" providerId="ADAL" clId="{410160E4-53A9-496E-AD22-99370CEAB7EC}" dt="2026-10-03T14:55:00.358" v="8529" actId="1076"/>
          <ac:spMkLst>
            <pc:docMk/>
            <pc:sldMk cId="2499040535" sldId="287"/>
            <ac:spMk id="17" creationId="{6DE101A5-C373-41D9-4909-D0E154CE4A3A}"/>
          </ac:spMkLst>
        </pc:spChg>
        <pc:spChg chg="add mod">
          <ac:chgData name="Idowu, Gideon S2501665" userId="d9918a50-a33b-4967-b4ab-4bf45a1e498e" providerId="ADAL" clId="{410160E4-53A9-496E-AD22-99370CEAB7EC}" dt="2026-10-03T14:54:51.213" v="8528" actId="1076"/>
          <ac:spMkLst>
            <pc:docMk/>
            <pc:sldMk cId="2499040535" sldId="287"/>
            <ac:spMk id="19" creationId="{DD845390-2602-4186-021A-D5D67BF3DF83}"/>
          </ac:spMkLst>
        </pc:spChg>
        <pc:spChg chg="add mod">
          <ac:chgData name="Idowu, Gideon S2501665" userId="d9918a50-a33b-4967-b4ab-4bf45a1e498e" providerId="ADAL" clId="{410160E4-53A9-496E-AD22-99370CEAB7EC}" dt="2026-10-03T14:55:21.557" v="8532" actId="1076"/>
          <ac:spMkLst>
            <pc:docMk/>
            <pc:sldMk cId="2499040535" sldId="287"/>
            <ac:spMk id="20" creationId="{2A70AEF3-DDD6-0A7C-4786-2A45279BB477}"/>
          </ac:spMkLst>
        </pc:spChg>
        <pc:spChg chg="add mod">
          <ac:chgData name="Idowu, Gideon S2501665" userId="d9918a50-a33b-4967-b4ab-4bf45a1e498e" providerId="ADAL" clId="{410160E4-53A9-496E-AD22-99370CEAB7EC}" dt="2026-10-03T13:11:42.472" v="7182" actId="1035"/>
          <ac:spMkLst>
            <pc:docMk/>
            <pc:sldMk cId="2499040535" sldId="287"/>
            <ac:spMk id="22" creationId="{43F605C7-5F83-CD37-651D-C046FAA9D9D6}"/>
          </ac:spMkLst>
        </pc:spChg>
        <pc:spChg chg="add mod">
          <ac:chgData name="Idowu, Gideon S2501665" userId="d9918a50-a33b-4967-b4ab-4bf45a1e498e" providerId="ADAL" clId="{410160E4-53A9-496E-AD22-99370CEAB7EC}" dt="2026-10-03T13:22:47.658" v="7404" actId="1037"/>
          <ac:spMkLst>
            <pc:docMk/>
            <pc:sldMk cId="2499040535" sldId="287"/>
            <ac:spMk id="23" creationId="{48BD4DB1-A02C-1657-FB7F-85A0AADEDE2E}"/>
          </ac:spMkLst>
        </pc:spChg>
        <pc:spChg chg="add mod ord">
          <ac:chgData name="Idowu, Gideon S2501665" userId="d9918a50-a33b-4967-b4ab-4bf45a1e498e" providerId="ADAL" clId="{410160E4-53A9-496E-AD22-99370CEAB7EC}" dt="2026-10-03T13:26:02.245" v="7417" actId="166"/>
          <ac:spMkLst>
            <pc:docMk/>
            <pc:sldMk cId="2499040535" sldId="287"/>
            <ac:spMk id="24" creationId="{B6E72999-39B5-9305-C5F9-9C98F9940EF1}"/>
          </ac:spMkLst>
        </pc:spChg>
        <pc:spChg chg="add mod">
          <ac:chgData name="Idowu, Gideon S2501665" userId="d9918a50-a33b-4967-b4ab-4bf45a1e498e" providerId="ADAL" clId="{410160E4-53A9-496E-AD22-99370CEAB7EC}" dt="2026-10-03T13:50:20.577" v="7577" actId="1076"/>
          <ac:spMkLst>
            <pc:docMk/>
            <pc:sldMk cId="2499040535" sldId="287"/>
            <ac:spMk id="27" creationId="{5D3F9FCD-B840-E28B-425D-5D687F3FDE2A}"/>
          </ac:spMkLst>
        </pc:spChg>
        <pc:spChg chg="add mod">
          <ac:chgData name="Idowu, Gideon S2501665" userId="d9918a50-a33b-4967-b4ab-4bf45a1e498e" providerId="ADAL" clId="{410160E4-53A9-496E-AD22-99370CEAB7EC}" dt="2026-10-03T18:25:17.958" v="8919" actId="1035"/>
          <ac:spMkLst>
            <pc:docMk/>
            <pc:sldMk cId="2499040535" sldId="287"/>
            <ac:spMk id="32" creationId="{4D75FEFA-7FF5-7917-06C2-43086FCF2BAC}"/>
          </ac:spMkLst>
        </pc:spChg>
        <pc:spChg chg="add mod">
          <ac:chgData name="Idowu, Gideon S2501665" userId="d9918a50-a33b-4967-b4ab-4bf45a1e498e" providerId="ADAL" clId="{410160E4-53A9-496E-AD22-99370CEAB7EC}" dt="2026-10-03T18:28:02.454" v="8929" actId="1076"/>
          <ac:spMkLst>
            <pc:docMk/>
            <pc:sldMk cId="2499040535" sldId="287"/>
            <ac:spMk id="33" creationId="{6B0D17E6-A791-2DD8-E8F8-66B780D75DE6}"/>
          </ac:spMkLst>
        </pc:spChg>
        <pc:spChg chg="add mod">
          <ac:chgData name="Idowu, Gideon S2501665" userId="d9918a50-a33b-4967-b4ab-4bf45a1e498e" providerId="ADAL" clId="{410160E4-53A9-496E-AD22-99370CEAB7EC}" dt="2026-10-03T20:11:46.706" v="9282" actId="1037"/>
          <ac:spMkLst>
            <pc:docMk/>
            <pc:sldMk cId="2499040535" sldId="287"/>
            <ac:spMk id="34" creationId="{470407FE-1FCB-D2ED-9B9A-3148EC19F9E3}"/>
          </ac:spMkLst>
        </pc:spChg>
        <pc:spChg chg="add mod">
          <ac:chgData name="Idowu, Gideon S2501665" userId="d9918a50-a33b-4967-b4ab-4bf45a1e498e" providerId="ADAL" clId="{410160E4-53A9-496E-AD22-99370CEAB7EC}" dt="2026-10-03T20:11:46.706" v="9282" actId="1037"/>
          <ac:spMkLst>
            <pc:docMk/>
            <pc:sldMk cId="2499040535" sldId="287"/>
            <ac:spMk id="35" creationId="{95D2F0EE-54D9-FE7A-BF80-1E9AAA852633}"/>
          </ac:spMkLst>
        </pc:spChg>
        <pc:picChg chg="mod">
          <ac:chgData name="Idowu, Gideon S2501665" userId="d9918a50-a33b-4967-b4ab-4bf45a1e498e" providerId="ADAL" clId="{410160E4-53A9-496E-AD22-99370CEAB7EC}" dt="2026-10-03T13:36:56.934" v="7492" actId="1076"/>
          <ac:picMkLst>
            <pc:docMk/>
            <pc:sldMk cId="2499040535" sldId="287"/>
            <ac:picMk id="7" creationId="{33461B87-7CB2-890B-D279-23ADBC5D93B1}"/>
          </ac:picMkLst>
        </pc:picChg>
        <pc:picChg chg="add mod">
          <ac:chgData name="Idowu, Gideon S2501665" userId="d9918a50-a33b-4967-b4ab-4bf45a1e498e" providerId="ADAL" clId="{410160E4-53A9-496E-AD22-99370CEAB7EC}" dt="2026-10-03T14:54:51.213" v="8528" actId="1076"/>
          <ac:picMkLst>
            <pc:docMk/>
            <pc:sldMk cId="2499040535" sldId="287"/>
            <ac:picMk id="21" creationId="{979B66D4-CB16-426A-6256-E0A8DF4308CB}"/>
          </ac:picMkLst>
        </pc:picChg>
        <pc:picChg chg="add mod">
          <ac:chgData name="Idowu, Gideon S2501665" userId="d9918a50-a33b-4967-b4ab-4bf45a1e498e" providerId="ADAL" clId="{410160E4-53A9-496E-AD22-99370CEAB7EC}" dt="2026-10-03T13:48:57.731" v="7561" actId="1076"/>
          <ac:picMkLst>
            <pc:docMk/>
            <pc:sldMk cId="2499040535" sldId="287"/>
            <ac:picMk id="25" creationId="{4755BA9D-E1A6-3450-0D31-6850E4C8FA5A}"/>
          </ac:picMkLst>
        </pc:picChg>
        <pc:picChg chg="add mod">
          <ac:chgData name="Idowu, Gideon S2501665" userId="d9918a50-a33b-4967-b4ab-4bf45a1e498e" providerId="ADAL" clId="{410160E4-53A9-496E-AD22-99370CEAB7EC}" dt="2026-10-03T13:34:10.534" v="7477" actId="1076"/>
          <ac:picMkLst>
            <pc:docMk/>
            <pc:sldMk cId="2499040535" sldId="287"/>
            <ac:picMk id="26" creationId="{B7C87A87-48AE-B1EF-07AF-3EA62EE49FBA}"/>
          </ac:picMkLst>
        </pc:picChg>
        <pc:picChg chg="add mod">
          <ac:chgData name="Idowu, Gideon S2501665" userId="d9918a50-a33b-4967-b4ab-4bf45a1e498e" providerId="ADAL" clId="{410160E4-53A9-496E-AD22-99370CEAB7EC}" dt="2026-10-03T14:55:21.557" v="8532" actId="1076"/>
          <ac:picMkLst>
            <pc:docMk/>
            <pc:sldMk cId="2499040535" sldId="287"/>
            <ac:picMk id="28" creationId="{4EA411C7-66B0-6D6E-86CB-565517AE3FCE}"/>
          </ac:picMkLst>
        </pc:picChg>
        <pc:picChg chg="mod">
          <ac:chgData name="Idowu, Gideon S2501665" userId="d9918a50-a33b-4967-b4ab-4bf45a1e498e" providerId="ADAL" clId="{410160E4-53A9-496E-AD22-99370CEAB7EC}" dt="2026-10-03T14:55:00.358" v="8529" actId="1076"/>
          <ac:picMkLst>
            <pc:docMk/>
            <pc:sldMk cId="2499040535" sldId="287"/>
            <ac:picMk id="29" creationId="{B96AE1AD-0310-B5C3-8955-06CA11C24052}"/>
          </ac:picMkLst>
        </pc:picChg>
        <pc:picChg chg="add mod">
          <ac:chgData name="Idowu, Gideon S2501665" userId="d9918a50-a33b-4967-b4ab-4bf45a1e498e" providerId="ADAL" clId="{410160E4-53A9-496E-AD22-99370CEAB7EC}" dt="2026-10-03T20:11:46.706" v="9282" actId="1037"/>
          <ac:picMkLst>
            <pc:docMk/>
            <pc:sldMk cId="2499040535" sldId="287"/>
            <ac:picMk id="36" creationId="{3CDD7495-1215-24EB-6A12-6B5647CE0FA7}"/>
          </ac:picMkLst>
        </pc:picChg>
      </pc:sldChg>
      <pc:sldChg chg="addSp delSp modSp mod modTransition modAnim">
        <pc:chgData name="Idowu, Gideon S2501665" userId="d9918a50-a33b-4967-b4ab-4bf45a1e498e" providerId="ADAL" clId="{410160E4-53A9-496E-AD22-99370CEAB7EC}" dt="2026-10-04T19:10:06.620" v="10031"/>
        <pc:sldMkLst>
          <pc:docMk/>
          <pc:sldMk cId="2703031372" sldId="288"/>
        </pc:sldMkLst>
        <pc:spChg chg="mod ord">
          <ac:chgData name="Idowu, Gideon S2501665" userId="d9918a50-a33b-4967-b4ab-4bf45a1e498e" providerId="ADAL" clId="{410160E4-53A9-496E-AD22-99370CEAB7EC}" dt="2026-10-02T21:12:15.491" v="3809" actId="122"/>
          <ac:spMkLst>
            <pc:docMk/>
            <pc:sldMk cId="2703031372" sldId="288"/>
            <ac:spMk id="2" creationId="{A97BB537-7A57-8C51-E2BE-000B407CED3B}"/>
          </ac:spMkLst>
        </pc:spChg>
        <pc:spChg chg="mod">
          <ac:chgData name="Idowu, Gideon S2501665" userId="d9918a50-a33b-4967-b4ab-4bf45a1e498e" providerId="ADAL" clId="{410160E4-53A9-496E-AD22-99370CEAB7EC}" dt="2026-10-02T21:49:14.478" v="4486" actId="207"/>
          <ac:spMkLst>
            <pc:docMk/>
            <pc:sldMk cId="2703031372" sldId="288"/>
            <ac:spMk id="6" creationId="{94C2C780-ADDE-D80B-18B6-CEB47B2187F3}"/>
          </ac:spMkLst>
        </pc:spChg>
        <pc:spChg chg="mod">
          <ac:chgData name="Idowu, Gideon S2501665" userId="d9918a50-a33b-4967-b4ab-4bf45a1e498e" providerId="ADAL" clId="{410160E4-53A9-496E-AD22-99370CEAB7EC}" dt="2026-10-02T21:19:16.728" v="3835" actId="207"/>
          <ac:spMkLst>
            <pc:docMk/>
            <pc:sldMk cId="2703031372" sldId="288"/>
            <ac:spMk id="12" creationId="{E88BA262-D903-8CF0-83BE-0148F7C3ED87}"/>
          </ac:spMkLst>
        </pc:spChg>
        <pc:spChg chg="add mod">
          <ac:chgData name="Idowu, Gideon S2501665" userId="d9918a50-a33b-4967-b4ab-4bf45a1e498e" providerId="ADAL" clId="{410160E4-53A9-496E-AD22-99370CEAB7EC}" dt="2026-10-02T21:14:38.284" v="3811" actId="1076"/>
          <ac:spMkLst>
            <pc:docMk/>
            <pc:sldMk cId="2703031372" sldId="288"/>
            <ac:spMk id="18" creationId="{7D395433-EF74-35EC-03EE-D1D34B0416B4}"/>
          </ac:spMkLst>
        </pc:spChg>
        <pc:spChg chg="add mod">
          <ac:chgData name="Idowu, Gideon S2501665" userId="d9918a50-a33b-4967-b4ab-4bf45a1e498e" providerId="ADAL" clId="{410160E4-53A9-496E-AD22-99370CEAB7EC}" dt="2026-10-02T21:18:45.073" v="3830" actId="1076"/>
          <ac:spMkLst>
            <pc:docMk/>
            <pc:sldMk cId="2703031372" sldId="288"/>
            <ac:spMk id="19" creationId="{DFB4CB6D-6DE2-8196-44EB-4059A8209AF8}"/>
          </ac:spMkLst>
        </pc:spChg>
        <pc:spChg chg="add mod">
          <ac:chgData name="Idowu, Gideon S2501665" userId="d9918a50-a33b-4967-b4ab-4bf45a1e498e" providerId="ADAL" clId="{410160E4-53A9-496E-AD22-99370CEAB7EC}" dt="2026-10-02T21:22:57.850" v="3897" actId="1036"/>
          <ac:spMkLst>
            <pc:docMk/>
            <pc:sldMk cId="2703031372" sldId="288"/>
            <ac:spMk id="21" creationId="{8270EE3D-7022-43D6-26F7-A1D8C2692536}"/>
          </ac:spMkLst>
        </pc:spChg>
        <pc:spChg chg="add mod">
          <ac:chgData name="Idowu, Gideon S2501665" userId="d9918a50-a33b-4967-b4ab-4bf45a1e498e" providerId="ADAL" clId="{410160E4-53A9-496E-AD22-99370CEAB7EC}" dt="2026-10-02T21:55:10.848" v="4554" actId="404"/>
          <ac:spMkLst>
            <pc:docMk/>
            <pc:sldMk cId="2703031372" sldId="288"/>
            <ac:spMk id="22" creationId="{DF6C219F-A042-1887-1A41-D95B21E2B4C0}"/>
          </ac:spMkLst>
        </pc:spChg>
        <pc:spChg chg="add mod">
          <ac:chgData name="Idowu, Gideon S2501665" userId="d9918a50-a33b-4967-b4ab-4bf45a1e498e" providerId="ADAL" clId="{410160E4-53A9-496E-AD22-99370CEAB7EC}" dt="2026-10-02T21:22:57.850" v="3897" actId="1036"/>
          <ac:spMkLst>
            <pc:docMk/>
            <pc:sldMk cId="2703031372" sldId="288"/>
            <ac:spMk id="23" creationId="{C6469F61-0491-5EBA-EAAC-784779371684}"/>
          </ac:spMkLst>
        </pc:spChg>
        <pc:spChg chg="add mod">
          <ac:chgData name="Idowu, Gideon S2501665" userId="d9918a50-a33b-4967-b4ab-4bf45a1e498e" providerId="ADAL" clId="{410160E4-53A9-496E-AD22-99370CEAB7EC}" dt="2026-10-02T21:27:11.459" v="4211" actId="20577"/>
          <ac:spMkLst>
            <pc:docMk/>
            <pc:sldMk cId="2703031372" sldId="288"/>
            <ac:spMk id="24" creationId="{EDEC26CF-1093-A661-6692-8DC4FD3F50A5}"/>
          </ac:spMkLst>
        </pc:spChg>
        <pc:spChg chg="add mod">
          <ac:chgData name="Idowu, Gideon S2501665" userId="d9918a50-a33b-4967-b4ab-4bf45a1e498e" providerId="ADAL" clId="{410160E4-53A9-496E-AD22-99370CEAB7EC}" dt="2026-10-02T21:45:33.157" v="4445" actId="1035"/>
          <ac:spMkLst>
            <pc:docMk/>
            <pc:sldMk cId="2703031372" sldId="288"/>
            <ac:spMk id="29" creationId="{645DD4BA-DF9F-F1B9-25E0-0CFC93CBDAB2}"/>
          </ac:spMkLst>
        </pc:spChg>
        <pc:spChg chg="add mod">
          <ac:chgData name="Idowu, Gideon S2501665" userId="d9918a50-a33b-4967-b4ab-4bf45a1e498e" providerId="ADAL" clId="{410160E4-53A9-496E-AD22-99370CEAB7EC}" dt="2026-10-02T21:46:02.402" v="4447" actId="1076"/>
          <ac:spMkLst>
            <pc:docMk/>
            <pc:sldMk cId="2703031372" sldId="288"/>
            <ac:spMk id="30" creationId="{AC3B0125-4D68-3AED-2806-AF7688D4CAB5}"/>
          </ac:spMkLst>
        </pc:spChg>
        <pc:spChg chg="add mod">
          <ac:chgData name="Idowu, Gideon S2501665" userId="d9918a50-a33b-4967-b4ab-4bf45a1e498e" providerId="ADAL" clId="{410160E4-53A9-496E-AD22-99370CEAB7EC}" dt="2026-10-02T21:47:11.803" v="4464" actId="1036"/>
          <ac:spMkLst>
            <pc:docMk/>
            <pc:sldMk cId="2703031372" sldId="288"/>
            <ac:spMk id="32" creationId="{B2AA83DB-18C8-0864-2256-043876802890}"/>
          </ac:spMkLst>
        </pc:spChg>
        <pc:spChg chg="add mod">
          <ac:chgData name="Idowu, Gideon S2501665" userId="d9918a50-a33b-4967-b4ab-4bf45a1e498e" providerId="ADAL" clId="{410160E4-53A9-496E-AD22-99370CEAB7EC}" dt="2026-10-02T21:49:25.207" v="4487" actId="207"/>
          <ac:spMkLst>
            <pc:docMk/>
            <pc:sldMk cId="2703031372" sldId="288"/>
            <ac:spMk id="34" creationId="{D8CFEF80-451B-2604-3806-1B98EAD2A73E}"/>
          </ac:spMkLst>
        </pc:spChg>
        <pc:spChg chg="add mod">
          <ac:chgData name="Idowu, Gideon S2501665" userId="d9918a50-a33b-4967-b4ab-4bf45a1e498e" providerId="ADAL" clId="{410160E4-53A9-496E-AD22-99370CEAB7EC}" dt="2026-10-02T21:49:54.268" v="4499" actId="1036"/>
          <ac:spMkLst>
            <pc:docMk/>
            <pc:sldMk cId="2703031372" sldId="288"/>
            <ac:spMk id="35" creationId="{BB6C7E75-4021-BC14-E202-4433B6CBBA44}"/>
          </ac:spMkLst>
        </pc:spChg>
        <pc:spChg chg="add mod">
          <ac:chgData name="Idowu, Gideon S2501665" userId="d9918a50-a33b-4967-b4ab-4bf45a1e498e" providerId="ADAL" clId="{410160E4-53A9-496E-AD22-99370CEAB7EC}" dt="2026-10-02T21:50:10.599" v="4501" actId="1076"/>
          <ac:spMkLst>
            <pc:docMk/>
            <pc:sldMk cId="2703031372" sldId="288"/>
            <ac:spMk id="36" creationId="{0552AF0C-8041-DA39-DB61-C029AA4DC7B5}"/>
          </ac:spMkLst>
        </pc:spChg>
        <pc:picChg chg="mod">
          <ac:chgData name="Idowu, Gideon S2501665" userId="d9918a50-a33b-4967-b4ab-4bf45a1e498e" providerId="ADAL" clId="{410160E4-53A9-496E-AD22-99370CEAB7EC}" dt="2026-10-02T21:41:44.930" v="4339" actId="1076"/>
          <ac:picMkLst>
            <pc:docMk/>
            <pc:sldMk cId="2703031372" sldId="288"/>
            <ac:picMk id="4" creationId="{45811124-0A68-2161-E8D3-E02C2D312662}"/>
          </ac:picMkLst>
        </pc:picChg>
        <pc:picChg chg="add mod ord">
          <ac:chgData name="Idowu, Gideon S2501665" userId="d9918a50-a33b-4967-b4ab-4bf45a1e498e" providerId="ADAL" clId="{410160E4-53A9-496E-AD22-99370CEAB7EC}" dt="2026-10-02T21:49:45.141" v="4495" actId="1076"/>
          <ac:picMkLst>
            <pc:docMk/>
            <pc:sldMk cId="2703031372" sldId="288"/>
            <ac:picMk id="16" creationId="{3022D6AF-35D1-91B3-7400-23D38E281D08}"/>
          </ac:picMkLst>
        </pc:picChg>
        <pc:picChg chg="add mod">
          <ac:chgData name="Idowu, Gideon S2501665" userId="d9918a50-a33b-4967-b4ab-4bf45a1e498e" providerId="ADAL" clId="{410160E4-53A9-496E-AD22-99370CEAB7EC}" dt="2026-10-02T21:42:34.951" v="4350" actId="14100"/>
          <ac:picMkLst>
            <pc:docMk/>
            <pc:sldMk cId="2703031372" sldId="288"/>
            <ac:picMk id="26" creationId="{754EB00D-ED0F-6745-15B6-486A5A8BDA2C}"/>
          </ac:picMkLst>
        </pc:picChg>
        <pc:picChg chg="add mod">
          <ac:chgData name="Idowu, Gideon S2501665" userId="d9918a50-a33b-4967-b4ab-4bf45a1e498e" providerId="ADAL" clId="{410160E4-53A9-496E-AD22-99370CEAB7EC}" dt="2026-10-02T21:42:31.737" v="4349" actId="1076"/>
          <ac:picMkLst>
            <pc:docMk/>
            <pc:sldMk cId="2703031372" sldId="288"/>
            <ac:picMk id="28" creationId="{700962C8-B8F9-2647-28B3-9587D6919E93}"/>
          </ac:picMkLst>
        </pc:picChg>
        <pc:picChg chg="add mod ord modCrop">
          <ac:chgData name="Idowu, Gideon S2501665" userId="d9918a50-a33b-4967-b4ab-4bf45a1e498e" providerId="ADAL" clId="{410160E4-53A9-496E-AD22-99370CEAB7EC}" dt="2026-10-02T21:49:36.294" v="4490" actId="1076"/>
          <ac:picMkLst>
            <pc:docMk/>
            <pc:sldMk cId="2703031372" sldId="288"/>
            <ac:picMk id="33" creationId="{1EF4C948-1778-77D4-68FE-334594F0358E}"/>
          </ac:picMkLst>
        </pc:picChg>
      </pc:sldChg>
      <pc:sldChg chg="addSp delSp modSp add mod modTransition addAnim delAnim modAnim">
        <pc:chgData name="Idowu, Gideon S2501665" userId="d9918a50-a33b-4967-b4ab-4bf45a1e498e" providerId="ADAL" clId="{410160E4-53A9-496E-AD22-99370CEAB7EC}" dt="2026-10-04T18:56:13.336" v="9797"/>
        <pc:sldMkLst>
          <pc:docMk/>
          <pc:sldMk cId="2172670349" sldId="290"/>
        </pc:sldMkLst>
        <pc:spChg chg="mod">
          <ac:chgData name="Idowu, Gideon S2501665" userId="d9918a50-a33b-4967-b4ab-4bf45a1e498e" providerId="ADAL" clId="{410160E4-53A9-496E-AD22-99370CEAB7EC}" dt="2026-10-02T21:54:20.155" v="4530" actId="404"/>
          <ac:spMkLst>
            <pc:docMk/>
            <pc:sldMk cId="2172670349" sldId="290"/>
            <ac:spMk id="3" creationId="{DD65CF0E-B826-23D2-82EF-61E0D7BC8DC7}"/>
          </ac:spMkLst>
        </pc:spChg>
        <pc:spChg chg="mod">
          <ac:chgData name="Idowu, Gideon S2501665" userId="d9918a50-a33b-4967-b4ab-4bf45a1e498e" providerId="ADAL" clId="{410160E4-53A9-496E-AD22-99370CEAB7EC}" dt="2026-10-02T20:34:43.136" v="3419" actId="1076"/>
          <ac:spMkLst>
            <pc:docMk/>
            <pc:sldMk cId="2172670349" sldId="290"/>
            <ac:spMk id="4" creationId="{55EF7507-4B37-6C5F-C450-C6BE68EE712B}"/>
          </ac:spMkLst>
        </pc:spChg>
        <pc:spChg chg="mod">
          <ac:chgData name="Idowu, Gideon S2501665" userId="d9918a50-a33b-4967-b4ab-4bf45a1e498e" providerId="ADAL" clId="{410160E4-53A9-496E-AD22-99370CEAB7EC}" dt="2026-10-02T20:34:41.223" v="3413" actId="1076"/>
          <ac:spMkLst>
            <pc:docMk/>
            <pc:sldMk cId="2172670349" sldId="290"/>
            <ac:spMk id="5" creationId="{318F187F-3D6B-91DE-2AD3-FE58D0D539C0}"/>
          </ac:spMkLst>
        </pc:spChg>
        <pc:spChg chg="mod">
          <ac:chgData name="Idowu, Gideon S2501665" userId="d9918a50-a33b-4967-b4ab-4bf45a1e498e" providerId="ADAL" clId="{410160E4-53A9-496E-AD22-99370CEAB7EC}" dt="2026-10-02T21:54:37.210" v="4540" actId="27636"/>
          <ac:spMkLst>
            <pc:docMk/>
            <pc:sldMk cId="2172670349" sldId="290"/>
            <ac:spMk id="8" creationId="{F7ADB824-9D9D-2E0F-FF68-80ED1D98ECE3}"/>
          </ac:spMkLst>
        </pc:spChg>
        <pc:spChg chg="mod">
          <ac:chgData name="Idowu, Gideon S2501665" userId="d9918a50-a33b-4967-b4ab-4bf45a1e498e" providerId="ADAL" clId="{410160E4-53A9-496E-AD22-99370CEAB7EC}" dt="2026-10-02T21:54:28.334" v="4536" actId="404"/>
          <ac:spMkLst>
            <pc:docMk/>
            <pc:sldMk cId="2172670349" sldId="290"/>
            <ac:spMk id="9" creationId="{A1D248D7-582D-0938-D9FF-4C490DE314A7}"/>
          </ac:spMkLst>
        </pc:spChg>
        <pc:spChg chg="mod">
          <ac:chgData name="Idowu, Gideon S2501665" userId="d9918a50-a33b-4967-b4ab-4bf45a1e498e" providerId="ADAL" clId="{410160E4-53A9-496E-AD22-99370CEAB7EC}" dt="2026-10-02T21:54:25.430" v="4535" actId="404"/>
          <ac:spMkLst>
            <pc:docMk/>
            <pc:sldMk cId="2172670349" sldId="290"/>
            <ac:spMk id="10" creationId="{893DC7DF-D5E9-C2DB-E6CE-6B6D10035AEB}"/>
          </ac:spMkLst>
        </pc:spChg>
        <pc:spChg chg="mod">
          <ac:chgData name="Idowu, Gideon S2501665" userId="d9918a50-a33b-4967-b4ab-4bf45a1e498e" providerId="ADAL" clId="{410160E4-53A9-496E-AD22-99370CEAB7EC}" dt="2026-10-02T21:54:32.760" v="4538" actId="404"/>
          <ac:spMkLst>
            <pc:docMk/>
            <pc:sldMk cId="2172670349" sldId="290"/>
            <ac:spMk id="12" creationId="{A46DAFAA-60C9-E819-7E1A-68250E0E4A0A}"/>
          </ac:spMkLst>
        </pc:spChg>
        <pc:picChg chg="add del mod ord modCrop">
          <ac:chgData name="Idowu, Gideon S2501665" userId="d9918a50-a33b-4967-b4ab-4bf45a1e498e" providerId="ADAL" clId="{410160E4-53A9-496E-AD22-99370CEAB7EC}" dt="2026-10-02T22:40:11.388" v="5671" actId="1038"/>
          <ac:picMkLst>
            <pc:docMk/>
            <pc:sldMk cId="2172670349" sldId="290"/>
            <ac:picMk id="60" creationId="{B8B4A681-2488-A0DF-5801-EE6E755F282A}"/>
          </ac:picMkLst>
        </pc:picChg>
        <pc:cxnChg chg="mod ord">
          <ac:chgData name="Idowu, Gideon S2501665" userId="d9918a50-a33b-4967-b4ab-4bf45a1e498e" providerId="ADAL" clId="{410160E4-53A9-496E-AD22-99370CEAB7EC}" dt="2026-10-02T22:40:24.144" v="5673" actId="14100"/>
          <ac:cxnSpMkLst>
            <pc:docMk/>
            <pc:sldMk cId="2172670349" sldId="290"/>
            <ac:cxnSpMk id="16" creationId="{897FF71A-9444-3743-5207-ABD84687EE7B}"/>
          </ac:cxnSpMkLst>
        </pc:cxnChg>
        <pc:cxnChg chg="mod ord">
          <ac:chgData name="Idowu, Gideon S2501665" userId="d9918a50-a33b-4967-b4ab-4bf45a1e498e" providerId="ADAL" clId="{410160E4-53A9-496E-AD22-99370CEAB7EC}" dt="2026-10-02T22:40:20.649" v="5672" actId="14100"/>
          <ac:cxnSpMkLst>
            <pc:docMk/>
            <pc:sldMk cId="2172670349" sldId="290"/>
            <ac:cxnSpMk id="19" creationId="{6705B783-0678-4B7C-C2D0-F1DCE6FD0705}"/>
          </ac:cxnSpMkLst>
        </pc:cxnChg>
        <pc:cxnChg chg="mod ord">
          <ac:chgData name="Idowu, Gideon S2501665" userId="d9918a50-a33b-4967-b4ab-4bf45a1e498e" providerId="ADAL" clId="{410160E4-53A9-496E-AD22-99370CEAB7EC}" dt="2026-10-02T22:40:54.343" v="5679" actId="14100"/>
          <ac:cxnSpMkLst>
            <pc:docMk/>
            <pc:sldMk cId="2172670349" sldId="290"/>
            <ac:cxnSpMk id="32" creationId="{0C8FFD5F-3B6F-F093-4901-F1B231183F13}"/>
          </ac:cxnSpMkLst>
        </pc:cxnChg>
        <pc:cxnChg chg="mod ord">
          <ac:chgData name="Idowu, Gideon S2501665" userId="d9918a50-a33b-4967-b4ab-4bf45a1e498e" providerId="ADAL" clId="{410160E4-53A9-496E-AD22-99370CEAB7EC}" dt="2026-10-02T22:40:35.369" v="5674" actId="14100"/>
          <ac:cxnSpMkLst>
            <pc:docMk/>
            <pc:sldMk cId="2172670349" sldId="290"/>
            <ac:cxnSpMk id="40" creationId="{9F0FF7D1-EB2B-B9A9-3E81-234C63320746}"/>
          </ac:cxnSpMkLst>
        </pc:cxnChg>
      </pc:sldChg>
      <pc:sldChg chg="addSp delSp modSp add mod modTransition delAnim modAnim">
        <pc:chgData name="Idowu, Gideon S2501665" userId="d9918a50-a33b-4967-b4ab-4bf45a1e498e" providerId="ADAL" clId="{410160E4-53A9-496E-AD22-99370CEAB7EC}" dt="2026-10-04T07:52:33.613" v="9692"/>
        <pc:sldMkLst>
          <pc:docMk/>
          <pc:sldMk cId="3791651938" sldId="291"/>
        </pc:sldMkLst>
        <pc:spChg chg="add mod">
          <ac:chgData name="Idowu, Gideon S2501665" userId="d9918a50-a33b-4967-b4ab-4bf45a1e498e" providerId="ADAL" clId="{410160E4-53A9-496E-AD22-99370CEAB7EC}" dt="2026-10-04T07:44:05.138" v="9613" actId="1038"/>
          <ac:spMkLst>
            <pc:docMk/>
            <pc:sldMk cId="3791651938" sldId="291"/>
            <ac:spMk id="2" creationId="{8AEEA5F1-25CB-39EC-AB13-21528F8A8097}"/>
          </ac:spMkLst>
        </pc:spChg>
        <pc:spChg chg="mod">
          <ac:chgData name="Idowu, Gideon S2501665" userId="d9918a50-a33b-4967-b4ab-4bf45a1e498e" providerId="ADAL" clId="{410160E4-53A9-496E-AD22-99370CEAB7EC}" dt="2026-10-03T14:50:23.871" v="8518" actId="1035"/>
          <ac:spMkLst>
            <pc:docMk/>
            <pc:sldMk cId="3791651938" sldId="291"/>
            <ac:spMk id="3" creationId="{576757D6-C9E7-0AFA-EE2E-4A855500B06E}"/>
          </ac:spMkLst>
        </pc:spChg>
        <pc:spChg chg="mod">
          <ac:chgData name="Idowu, Gideon S2501665" userId="d9918a50-a33b-4967-b4ab-4bf45a1e498e" providerId="ADAL" clId="{410160E4-53A9-496E-AD22-99370CEAB7EC}" dt="2026-10-03T14:23:03.354" v="7967"/>
          <ac:spMkLst>
            <pc:docMk/>
            <pc:sldMk cId="3791651938" sldId="291"/>
            <ac:spMk id="5" creationId="{FBD56224-C4D5-2C4B-C6B6-5450A75E459F}"/>
          </ac:spMkLst>
        </pc:spChg>
        <pc:spChg chg="add mod">
          <ac:chgData name="Idowu, Gideon S2501665" userId="d9918a50-a33b-4967-b4ab-4bf45a1e498e" providerId="ADAL" clId="{410160E4-53A9-496E-AD22-99370CEAB7EC}" dt="2026-10-04T07:44:05.138" v="9613" actId="1038"/>
          <ac:spMkLst>
            <pc:docMk/>
            <pc:sldMk cId="3791651938" sldId="291"/>
            <ac:spMk id="6" creationId="{A14234E6-620B-9B5C-AFDB-3EEC3AD0A369}"/>
          </ac:spMkLst>
        </pc:spChg>
        <pc:spChg chg="mod">
          <ac:chgData name="Idowu, Gideon S2501665" userId="d9918a50-a33b-4967-b4ab-4bf45a1e498e" providerId="ADAL" clId="{410160E4-53A9-496E-AD22-99370CEAB7EC}" dt="2026-10-04T07:46:06.448" v="9614" actId="1036"/>
          <ac:spMkLst>
            <pc:docMk/>
            <pc:sldMk cId="3791651938" sldId="291"/>
            <ac:spMk id="7" creationId="{378C14D3-620B-D904-66C4-058F19A13324}"/>
          </ac:spMkLst>
        </pc:spChg>
        <pc:spChg chg="add mod">
          <ac:chgData name="Idowu, Gideon S2501665" userId="d9918a50-a33b-4967-b4ab-4bf45a1e498e" providerId="ADAL" clId="{410160E4-53A9-496E-AD22-99370CEAB7EC}" dt="2026-10-04T07:49:31.815" v="9685" actId="1037"/>
          <ac:spMkLst>
            <pc:docMk/>
            <pc:sldMk cId="3791651938" sldId="291"/>
            <ac:spMk id="9" creationId="{8FB13F3A-B219-DBD3-B6F6-8C1B77563A97}"/>
          </ac:spMkLst>
        </pc:spChg>
        <pc:spChg chg="add mod">
          <ac:chgData name="Idowu, Gideon S2501665" userId="d9918a50-a33b-4967-b4ab-4bf45a1e498e" providerId="ADAL" clId="{410160E4-53A9-496E-AD22-99370CEAB7EC}" dt="2026-10-04T07:49:13.856" v="9681" actId="1036"/>
          <ac:spMkLst>
            <pc:docMk/>
            <pc:sldMk cId="3791651938" sldId="291"/>
            <ac:spMk id="11" creationId="{6743F6E1-0DE9-559C-6FEA-6462743911F0}"/>
          </ac:spMkLst>
        </pc:spChg>
        <pc:spChg chg="mod">
          <ac:chgData name="Idowu, Gideon S2501665" userId="d9918a50-a33b-4967-b4ab-4bf45a1e498e" providerId="ADAL" clId="{410160E4-53A9-496E-AD22-99370CEAB7EC}" dt="2026-10-03T14:33:56.787" v="8291" actId="1076"/>
          <ac:spMkLst>
            <pc:docMk/>
            <pc:sldMk cId="3791651938" sldId="291"/>
            <ac:spMk id="17" creationId="{9B24598B-E2C6-43C1-09BD-0295A76562CA}"/>
          </ac:spMkLst>
        </pc:spChg>
        <pc:spChg chg="mod">
          <ac:chgData name="Idowu, Gideon S2501665" userId="d9918a50-a33b-4967-b4ab-4bf45a1e498e" providerId="ADAL" clId="{410160E4-53A9-496E-AD22-99370CEAB7EC}" dt="2026-10-03T14:32:56.346" v="8276" actId="14100"/>
          <ac:spMkLst>
            <pc:docMk/>
            <pc:sldMk cId="3791651938" sldId="291"/>
            <ac:spMk id="20" creationId="{5B03A321-63A7-2F08-E520-1FB1D2B6868F}"/>
          </ac:spMkLst>
        </pc:spChg>
        <pc:spChg chg="add mod">
          <ac:chgData name="Idowu, Gideon S2501665" userId="d9918a50-a33b-4967-b4ab-4bf45a1e498e" providerId="ADAL" clId="{410160E4-53A9-496E-AD22-99370CEAB7EC}" dt="2026-10-03T14:34:30.346" v="8318" actId="1076"/>
          <ac:spMkLst>
            <pc:docMk/>
            <pc:sldMk cId="3791651938" sldId="291"/>
            <ac:spMk id="21" creationId="{D7A5904E-E962-9F30-C093-9A4BC9ABADF8}"/>
          </ac:spMkLst>
        </pc:spChg>
        <pc:spChg chg="add mod">
          <ac:chgData name="Idowu, Gideon S2501665" userId="d9918a50-a33b-4967-b4ab-4bf45a1e498e" providerId="ADAL" clId="{410160E4-53A9-496E-AD22-99370CEAB7EC}" dt="2026-10-03T14:33:00.730" v="8277" actId="1076"/>
          <ac:spMkLst>
            <pc:docMk/>
            <pc:sldMk cId="3791651938" sldId="291"/>
            <ac:spMk id="25" creationId="{BDC60FC6-A862-A4A9-0573-B433E22DD70B}"/>
          </ac:spMkLst>
        </pc:spChg>
        <pc:spChg chg="add mod">
          <ac:chgData name="Idowu, Gideon S2501665" userId="d9918a50-a33b-4967-b4ab-4bf45a1e498e" providerId="ADAL" clId="{410160E4-53A9-496E-AD22-99370CEAB7EC}" dt="2026-10-03T14:33:47.251" v="8289" actId="1076"/>
          <ac:spMkLst>
            <pc:docMk/>
            <pc:sldMk cId="3791651938" sldId="291"/>
            <ac:spMk id="28" creationId="{F9382345-440F-1999-0AD3-9524E286F13E}"/>
          </ac:spMkLst>
        </pc:spChg>
        <pc:spChg chg="add mod">
          <ac:chgData name="Idowu, Gideon S2501665" userId="d9918a50-a33b-4967-b4ab-4bf45a1e498e" providerId="ADAL" clId="{410160E4-53A9-496E-AD22-99370CEAB7EC}" dt="2026-10-03T18:29:44.851" v="9033" actId="1037"/>
          <ac:spMkLst>
            <pc:docMk/>
            <pc:sldMk cId="3791651938" sldId="291"/>
            <ac:spMk id="29" creationId="{F665A840-F3E4-4CB0-B277-D1A8835DE0D4}"/>
          </ac:spMkLst>
        </pc:spChg>
        <pc:spChg chg="add mod">
          <ac:chgData name="Idowu, Gideon S2501665" userId="d9918a50-a33b-4967-b4ab-4bf45a1e498e" providerId="ADAL" clId="{410160E4-53A9-496E-AD22-99370CEAB7EC}" dt="2026-10-03T14:34:20.691" v="8314" actId="1076"/>
          <ac:spMkLst>
            <pc:docMk/>
            <pc:sldMk cId="3791651938" sldId="291"/>
            <ac:spMk id="30" creationId="{AA987862-08C0-F29E-B48E-EB929E07967F}"/>
          </ac:spMkLst>
        </pc:spChg>
        <pc:spChg chg="add mod">
          <ac:chgData name="Idowu, Gideon S2501665" userId="d9918a50-a33b-4967-b4ab-4bf45a1e498e" providerId="ADAL" clId="{410160E4-53A9-496E-AD22-99370CEAB7EC}" dt="2026-10-03T18:30:38.258" v="9090" actId="1038"/>
          <ac:spMkLst>
            <pc:docMk/>
            <pc:sldMk cId="3791651938" sldId="291"/>
            <ac:spMk id="31" creationId="{1082589F-52B5-90EB-A157-5B96D20DE0FD}"/>
          </ac:spMkLst>
        </pc:spChg>
        <pc:spChg chg="add mod">
          <ac:chgData name="Idowu, Gideon S2501665" userId="d9918a50-a33b-4967-b4ab-4bf45a1e498e" providerId="ADAL" clId="{410160E4-53A9-496E-AD22-99370CEAB7EC}" dt="2026-10-03T18:29:44.851" v="9033" actId="1037"/>
          <ac:spMkLst>
            <pc:docMk/>
            <pc:sldMk cId="3791651938" sldId="291"/>
            <ac:spMk id="32" creationId="{74D6DB18-31B6-2B2A-D55D-0F47AC926B67}"/>
          </ac:spMkLst>
        </pc:spChg>
        <pc:spChg chg="add mod">
          <ac:chgData name="Idowu, Gideon S2501665" userId="d9918a50-a33b-4967-b4ab-4bf45a1e498e" providerId="ADAL" clId="{410160E4-53A9-496E-AD22-99370CEAB7EC}" dt="2026-10-03T18:32:16.256" v="9092" actId="1036"/>
          <ac:spMkLst>
            <pc:docMk/>
            <pc:sldMk cId="3791651938" sldId="291"/>
            <ac:spMk id="34" creationId="{6FCAE18E-FA38-914E-76DF-82CAD1EEEAE6}"/>
          </ac:spMkLst>
        </pc:spChg>
        <pc:spChg chg="add mod">
          <ac:chgData name="Idowu, Gideon S2501665" userId="d9918a50-a33b-4967-b4ab-4bf45a1e498e" providerId="ADAL" clId="{410160E4-53A9-496E-AD22-99370CEAB7EC}" dt="2026-10-03T18:30:05.361" v="9044" actId="1037"/>
          <ac:spMkLst>
            <pc:docMk/>
            <pc:sldMk cId="3791651938" sldId="291"/>
            <ac:spMk id="38" creationId="{DF15878E-FCE9-E66F-48BB-19725AB769D9}"/>
          </ac:spMkLst>
        </pc:spChg>
        <pc:spChg chg="add mod">
          <ac:chgData name="Idowu, Gideon S2501665" userId="d9918a50-a33b-4967-b4ab-4bf45a1e498e" providerId="ADAL" clId="{410160E4-53A9-496E-AD22-99370CEAB7EC}" dt="2026-10-03T18:30:38.258" v="9090" actId="1038"/>
          <ac:spMkLst>
            <pc:docMk/>
            <pc:sldMk cId="3791651938" sldId="291"/>
            <ac:spMk id="45" creationId="{14F139DD-1EAB-794E-D630-2366269D3A7B}"/>
          </ac:spMkLst>
        </pc:spChg>
        <pc:spChg chg="add mod">
          <ac:chgData name="Idowu, Gideon S2501665" userId="d9918a50-a33b-4967-b4ab-4bf45a1e498e" providerId="ADAL" clId="{410160E4-53A9-496E-AD22-99370CEAB7EC}" dt="2026-10-03T18:30:05.361" v="9044" actId="1037"/>
          <ac:spMkLst>
            <pc:docMk/>
            <pc:sldMk cId="3791651938" sldId="291"/>
            <ac:spMk id="46" creationId="{5BFD50B7-EC1E-E1AA-9224-15FF6CF20B4E}"/>
          </ac:spMkLst>
        </pc:spChg>
        <pc:spChg chg="add mod">
          <ac:chgData name="Idowu, Gideon S2501665" userId="d9918a50-a33b-4967-b4ab-4bf45a1e498e" providerId="ADAL" clId="{410160E4-53A9-496E-AD22-99370CEAB7EC}" dt="2026-10-03T18:30:38.258" v="9090" actId="1038"/>
          <ac:spMkLst>
            <pc:docMk/>
            <pc:sldMk cId="3791651938" sldId="291"/>
            <ac:spMk id="47" creationId="{10D5229D-7057-81D6-35C1-822355D0CC3C}"/>
          </ac:spMkLst>
        </pc:spChg>
        <pc:spChg chg="add mod">
          <ac:chgData name="Idowu, Gideon S2501665" userId="d9918a50-a33b-4967-b4ab-4bf45a1e498e" providerId="ADAL" clId="{410160E4-53A9-496E-AD22-99370CEAB7EC}" dt="2026-10-03T18:30:38.258" v="9090" actId="1038"/>
          <ac:spMkLst>
            <pc:docMk/>
            <pc:sldMk cId="3791651938" sldId="291"/>
            <ac:spMk id="48" creationId="{13819677-AD99-B99D-85A1-55EEB4CB1E95}"/>
          </ac:spMkLst>
        </pc:spChg>
        <pc:picChg chg="add mod">
          <ac:chgData name="Idowu, Gideon S2501665" userId="d9918a50-a33b-4967-b4ab-4bf45a1e498e" providerId="ADAL" clId="{410160E4-53A9-496E-AD22-99370CEAB7EC}" dt="2026-10-04T07:44:05.138" v="9613" actId="1038"/>
          <ac:picMkLst>
            <pc:docMk/>
            <pc:sldMk cId="3791651938" sldId="291"/>
            <ac:picMk id="4" creationId="{AF740A7F-98D5-F6B8-613E-451AD1E2962E}"/>
          </ac:picMkLst>
        </pc:picChg>
        <pc:picChg chg="add mod">
          <ac:chgData name="Idowu, Gideon S2501665" userId="d9918a50-a33b-4967-b4ab-4bf45a1e498e" providerId="ADAL" clId="{410160E4-53A9-496E-AD22-99370CEAB7EC}" dt="2026-10-04T07:49:13.856" v="9681" actId="1036"/>
          <ac:picMkLst>
            <pc:docMk/>
            <pc:sldMk cId="3791651938" sldId="291"/>
            <ac:picMk id="12" creationId="{4607F972-7834-7D0B-A692-A1C92AEE963B}"/>
          </ac:picMkLst>
        </pc:picChg>
        <pc:picChg chg="add mod">
          <ac:chgData name="Idowu, Gideon S2501665" userId="d9918a50-a33b-4967-b4ab-4bf45a1e498e" providerId="ADAL" clId="{410160E4-53A9-496E-AD22-99370CEAB7EC}" dt="2026-10-03T14:42:31.026" v="8347" actId="29295"/>
          <ac:picMkLst>
            <pc:docMk/>
            <pc:sldMk cId="3791651938" sldId="291"/>
            <ac:picMk id="33" creationId="{12468BCE-B885-3A8E-67CE-9562BA77EE07}"/>
          </ac:picMkLst>
        </pc:picChg>
        <pc:picChg chg="add mod">
          <ac:chgData name="Idowu, Gideon S2501665" userId="d9918a50-a33b-4967-b4ab-4bf45a1e498e" providerId="ADAL" clId="{410160E4-53A9-496E-AD22-99370CEAB7EC}" dt="2026-10-03T14:40:01.320" v="8336" actId="1076"/>
          <ac:picMkLst>
            <pc:docMk/>
            <pc:sldMk cId="3791651938" sldId="291"/>
            <ac:picMk id="35" creationId="{02867281-0215-579E-B01B-4C36989C3C2C}"/>
          </ac:picMkLst>
        </pc:picChg>
        <pc:picChg chg="add mod">
          <ac:chgData name="Idowu, Gideon S2501665" userId="d9918a50-a33b-4967-b4ab-4bf45a1e498e" providerId="ADAL" clId="{410160E4-53A9-496E-AD22-99370CEAB7EC}" dt="2026-10-03T14:41:08.751" v="8341" actId="1076"/>
          <ac:picMkLst>
            <pc:docMk/>
            <pc:sldMk cId="3791651938" sldId="291"/>
            <ac:picMk id="37" creationId="{C9184E14-562A-3947-7B18-EAE4DB9EC6E6}"/>
          </ac:picMkLst>
        </pc:picChg>
        <pc:picChg chg="mod">
          <ac:chgData name="Idowu, Gideon S2501665" userId="d9918a50-a33b-4967-b4ab-4bf45a1e498e" providerId="ADAL" clId="{410160E4-53A9-496E-AD22-99370CEAB7EC}" dt="2026-10-03T18:30:38.258" v="9090" actId="1038"/>
          <ac:picMkLst>
            <pc:docMk/>
            <pc:sldMk cId="3791651938" sldId="291"/>
            <ac:picMk id="41" creationId="{E86D7A33-7D04-AF21-3A07-CFF8D98B3E39}"/>
          </ac:picMkLst>
        </pc:picChg>
        <pc:picChg chg="mod">
          <ac:chgData name="Idowu, Gideon S2501665" userId="d9918a50-a33b-4967-b4ab-4bf45a1e498e" providerId="ADAL" clId="{410160E4-53A9-496E-AD22-99370CEAB7EC}" dt="2026-10-03T18:30:05.361" v="9044" actId="1037"/>
          <ac:picMkLst>
            <pc:docMk/>
            <pc:sldMk cId="3791651938" sldId="291"/>
            <ac:picMk id="42" creationId="{CA4C1FA5-CB99-ABA8-16D6-79D2D4C1AF47}"/>
          </ac:picMkLst>
        </pc:picChg>
        <pc:picChg chg="mod">
          <ac:chgData name="Idowu, Gideon S2501665" userId="d9918a50-a33b-4967-b4ab-4bf45a1e498e" providerId="ADAL" clId="{410160E4-53A9-496E-AD22-99370CEAB7EC}" dt="2026-10-03T18:30:38.258" v="9090" actId="1038"/>
          <ac:picMkLst>
            <pc:docMk/>
            <pc:sldMk cId="3791651938" sldId="291"/>
            <ac:picMk id="43" creationId="{B574A1D9-5D2A-7EF8-F769-B458DAFDDBA4}"/>
          </ac:picMkLst>
        </pc:picChg>
      </pc:sldChg>
    </pc:docChg>
  </pc:docChgLst>
  <pc:docChgLst>
    <pc:chgData name="Idowu, Gideon S2501665" userId="d9918a50-a33b-4967-b4ab-4bf45a1e498e" providerId="ADAL" clId="{AB838D14-8775-4952-ABF7-DDF4BD943045}"/>
    <pc:docChg chg="undo custSel modSld">
      <pc:chgData name="Idowu, Gideon S2501665" userId="d9918a50-a33b-4967-b4ab-4bf45a1e498e" providerId="ADAL" clId="{AB838D14-8775-4952-ABF7-DDF4BD943045}" dt="2026-10-02T10:12:25.895" v="331" actId="22"/>
      <pc:docMkLst>
        <pc:docMk/>
      </pc:docMkLst>
      <pc:sldChg chg="addSp delSp modSp mod modShow">
        <pc:chgData name="Idowu, Gideon S2501665" userId="d9918a50-a33b-4967-b4ab-4bf45a1e498e" providerId="ADAL" clId="{AB838D14-8775-4952-ABF7-DDF4BD943045}" dt="2026-10-02T10:12:25.895" v="331" actId="22"/>
        <pc:sldMkLst>
          <pc:docMk/>
          <pc:sldMk cId="652170914" sldId="270"/>
        </pc:sldMkLst>
        <pc:spChg chg="mod">
          <ac:chgData name="Idowu, Gideon S2501665" userId="d9918a50-a33b-4967-b4ab-4bf45a1e498e" providerId="ADAL" clId="{AB838D14-8775-4952-ABF7-DDF4BD943045}" dt="2026-10-02T10:11:44.847" v="328" actId="122"/>
          <ac:spMkLst>
            <pc:docMk/>
            <pc:sldMk cId="652170914" sldId="270"/>
            <ac:spMk id="2" creationId="{B1E471A9-D506-2D80-69C1-89A068082867}"/>
          </ac:spMkLst>
        </pc:spChg>
        <pc:spChg chg="mod">
          <ac:chgData name="Idowu, Gideon S2501665" userId="d9918a50-a33b-4967-b4ab-4bf45a1e498e" providerId="ADAL" clId="{AB838D14-8775-4952-ABF7-DDF4BD943045}" dt="2026-10-02T10:11:18.082" v="322" actId="1076"/>
          <ac:spMkLst>
            <pc:docMk/>
            <pc:sldMk cId="652170914" sldId="270"/>
            <ac:spMk id="5" creationId="{324F05D4-4829-AF0E-66C6-CF655A679681}"/>
          </ac:spMkLst>
        </pc:spChg>
        <pc:picChg chg="add">
          <ac:chgData name="Idowu, Gideon S2501665" userId="d9918a50-a33b-4967-b4ab-4bf45a1e498e" providerId="ADAL" clId="{AB838D14-8775-4952-ABF7-DDF4BD943045}" dt="2026-10-02T10:11:59.457" v="329" actId="22"/>
          <ac:picMkLst>
            <pc:docMk/>
            <pc:sldMk cId="652170914" sldId="270"/>
            <ac:picMk id="21" creationId="{1CA1645D-11E9-5BB1-07CA-33A66452DFCA}"/>
          </ac:picMkLst>
        </pc:picChg>
      </pc:sldChg>
      <pc:sldChg chg="addSp delSp modSp mod">
        <pc:chgData name="Idowu, Gideon S2501665" userId="d9918a50-a33b-4967-b4ab-4bf45a1e498e" providerId="ADAL" clId="{AB838D14-8775-4952-ABF7-DDF4BD943045}" dt="2026-10-02T09:58:11.596" v="47" actId="1076"/>
        <pc:sldMkLst>
          <pc:docMk/>
          <pc:sldMk cId="1819186965" sldId="271"/>
        </pc:sldMkLst>
        <pc:picChg chg="add mod">
          <ac:chgData name="Idowu, Gideon S2501665" userId="d9918a50-a33b-4967-b4ab-4bf45a1e498e" providerId="ADAL" clId="{AB838D14-8775-4952-ABF7-DDF4BD943045}" dt="2026-10-02T09:58:11.596" v="47" actId="1076"/>
          <ac:picMkLst>
            <pc:docMk/>
            <pc:sldMk cId="1819186965" sldId="271"/>
            <ac:picMk id="17" creationId="{F53A5198-5D29-E567-EDAC-4F175EA11F5E}"/>
          </ac:picMkLst>
        </pc:picChg>
      </pc:sldChg>
      <pc:sldChg chg="modSp mod">
        <pc:chgData name="Idowu, Gideon S2501665" userId="d9918a50-a33b-4967-b4ab-4bf45a1e498e" providerId="ADAL" clId="{AB838D14-8775-4952-ABF7-DDF4BD943045}" dt="2026-10-01T08:13:59.103" v="0" actId="1076"/>
        <pc:sldMkLst>
          <pc:docMk/>
          <pc:sldMk cId="3129076597" sldId="273"/>
        </pc:sldMkLst>
      </pc:sldChg>
      <pc:sldChg chg="modSp mod">
        <pc:chgData name="Idowu, Gideon S2501665" userId="d9918a50-a33b-4967-b4ab-4bf45a1e498e" providerId="ADAL" clId="{AB838D14-8775-4952-ABF7-DDF4BD943045}" dt="2026-10-01T10:00:55.784" v="1" actId="313"/>
        <pc:sldMkLst>
          <pc:docMk/>
          <pc:sldMk cId="1876102277" sldId="274"/>
        </pc:sldMkLst>
      </pc:sldChg>
      <pc:sldChg chg="delSp mod">
        <pc:chgData name="Idowu, Gideon S2501665" userId="d9918a50-a33b-4967-b4ab-4bf45a1e498e" providerId="ADAL" clId="{AB838D14-8775-4952-ABF7-DDF4BD943045}" dt="2026-10-02T10:12:21.299" v="330" actId="21"/>
        <pc:sldMkLst>
          <pc:docMk/>
          <pc:sldMk cId="184763765" sldId="281"/>
        </pc:sldMkLst>
      </pc:sldChg>
    </pc:docChg>
  </pc:docChgLst>
  <pc:docChgLst>
    <pc:chgData name="Idowu, Gideon S2501665" userId="d9918a50-a33b-4967-b4ab-4bf45a1e498e" providerId="ADAL" clId="{D1C922CB-CDC0-45A1-A014-1F263AE7046F}"/>
    <pc:docChg chg="undo custSel modSld">
      <pc:chgData name="Idowu, Gideon S2501665" userId="d9918a50-a33b-4967-b4ab-4bf45a1e498e" providerId="ADAL" clId="{D1C922CB-CDC0-45A1-A014-1F263AE7046F}" dt="2026-09-30T14:50:08.093" v="23" actId="1076"/>
      <pc:docMkLst>
        <pc:docMk/>
      </pc:docMkLst>
      <pc:sldChg chg="modTransition">
        <pc:chgData name="Idowu, Gideon S2501665" userId="d9918a50-a33b-4967-b4ab-4bf45a1e498e" providerId="ADAL" clId="{D1C922CB-CDC0-45A1-A014-1F263AE7046F}" dt="2026-09-30T14:26:55.580" v="5"/>
        <pc:sldMkLst>
          <pc:docMk/>
          <pc:sldMk cId="2105109756" sldId="258"/>
        </pc:sldMkLst>
      </pc:sldChg>
      <pc:sldChg chg="modTransition">
        <pc:chgData name="Idowu, Gideon S2501665" userId="d9918a50-a33b-4967-b4ab-4bf45a1e498e" providerId="ADAL" clId="{D1C922CB-CDC0-45A1-A014-1F263AE7046F}" dt="2026-09-30T14:26:56.860" v="7"/>
        <pc:sldMkLst>
          <pc:docMk/>
          <pc:sldMk cId="1784534232" sldId="266"/>
        </pc:sldMkLst>
      </pc:sldChg>
      <pc:sldChg chg="addSp modSp mod modTransition modAnim">
        <pc:chgData name="Idowu, Gideon S2501665" userId="d9918a50-a33b-4967-b4ab-4bf45a1e498e" providerId="ADAL" clId="{D1C922CB-CDC0-45A1-A014-1F263AE7046F}" dt="2026-09-30T14:49:35.191" v="20"/>
        <pc:sldMkLst>
          <pc:docMk/>
          <pc:sldMk cId="1819186965" sldId="271"/>
        </pc:sldMkLst>
      </pc:sldChg>
      <pc:sldChg chg="modTransition">
        <pc:chgData name="Idowu, Gideon S2501665" userId="d9918a50-a33b-4967-b4ab-4bf45a1e498e" providerId="ADAL" clId="{D1C922CB-CDC0-45A1-A014-1F263AE7046F}" dt="2026-09-30T14:26:56.204" v="6"/>
        <pc:sldMkLst>
          <pc:docMk/>
          <pc:sldMk cId="2184408091" sldId="280"/>
        </pc:sldMkLst>
      </pc:sldChg>
      <pc:sldChg chg="addSp delSp modSp mod modTransition delAnim modAnim">
        <pc:chgData name="Idowu, Gideon S2501665" userId="d9918a50-a33b-4967-b4ab-4bf45a1e498e" providerId="ADAL" clId="{D1C922CB-CDC0-45A1-A014-1F263AE7046F}" dt="2026-09-30T14:50:08.093" v="23" actId="1076"/>
        <pc:sldMkLst>
          <pc:docMk/>
          <pc:sldMk cId="184763765" sldId="281"/>
        </pc:sldMkLst>
      </pc:sldChg>
    </pc:docChg>
  </pc:docChgLst>
  <pc:docChgLst>
    <pc:chgData name="Idowu, Gideon S2501665" userId="d9918a50-a33b-4967-b4ab-4bf45a1e498e" providerId="ADAL" clId="{DC1232B6-8D29-43D4-B019-0B5140EAC11F}"/>
    <pc:docChg chg="undo custSel modSld">
      <pc:chgData name="Idowu, Gideon S2501665" userId="d9918a50-a33b-4967-b4ab-4bf45a1e498e" providerId="ADAL" clId="{DC1232B6-8D29-43D4-B019-0B5140EAC11F}" dt="2026-09-30T12:45:38.094" v="100" actId="478"/>
      <pc:docMkLst>
        <pc:docMk/>
      </pc:docMkLst>
      <pc:sldChg chg="addSp delSp modSp mod delAnim modAnim">
        <pc:chgData name="Idowu, Gideon S2501665" userId="d9918a50-a33b-4967-b4ab-4bf45a1e498e" providerId="ADAL" clId="{DC1232B6-8D29-43D4-B019-0B5140EAC11F}" dt="2026-09-30T12:45:38.094" v="100" actId="478"/>
        <pc:sldMkLst>
          <pc:docMk/>
          <pc:sldMk cId="1819186965" sldId="271"/>
        </pc:sldMkLst>
        <pc:spChg chg="mod ord">
          <ac:chgData name="Idowu, Gideon S2501665" userId="d9918a50-a33b-4967-b4ab-4bf45a1e498e" providerId="ADAL" clId="{DC1232B6-8D29-43D4-B019-0B5140EAC11F}" dt="2026-09-30T12:44:25.118" v="78" actId="1076"/>
          <ac:spMkLst>
            <pc:docMk/>
            <pc:sldMk cId="1819186965" sldId="271"/>
            <ac:spMk id="3" creationId="{C4838705-B72C-002F-B725-77404468A34F}"/>
          </ac:spMkLst>
        </pc:spChg>
        <pc:spChg chg="add mod">
          <ac:chgData name="Idowu, Gideon S2501665" userId="d9918a50-a33b-4967-b4ab-4bf45a1e498e" providerId="ADAL" clId="{DC1232B6-8D29-43D4-B019-0B5140EAC11F}" dt="2026-09-30T12:43:09.589" v="60" actId="1076"/>
          <ac:spMkLst>
            <pc:docMk/>
            <pc:sldMk cId="1819186965" sldId="271"/>
            <ac:spMk id="4" creationId="{75D2D753-6824-D92E-EE5F-4E1E606D50B8}"/>
          </ac:spMkLst>
        </pc:spChg>
        <pc:spChg chg="mod">
          <ac:chgData name="Idowu, Gideon S2501665" userId="d9918a50-a33b-4967-b4ab-4bf45a1e498e" providerId="ADAL" clId="{DC1232B6-8D29-43D4-B019-0B5140EAC11F}" dt="2026-09-30T12:45:16.124" v="94" actId="1076"/>
          <ac:spMkLst>
            <pc:docMk/>
            <pc:sldMk cId="1819186965" sldId="271"/>
            <ac:spMk id="5" creationId="{65C71283-3677-CAAA-206E-7C3D4070442F}"/>
          </ac:spMkLst>
        </pc:spChg>
        <pc:spChg chg="add mod">
          <ac:chgData name="Idowu, Gideon S2501665" userId="d9918a50-a33b-4967-b4ab-4bf45a1e498e" providerId="ADAL" clId="{DC1232B6-8D29-43D4-B019-0B5140EAC11F}" dt="2026-09-30T12:42:58.923" v="57" actId="1076"/>
          <ac:spMkLst>
            <pc:docMk/>
            <pc:sldMk cId="1819186965" sldId="271"/>
            <ac:spMk id="7" creationId="{CA56ED5E-CB44-2E27-9696-D300D12CCEDC}"/>
          </ac:spMkLst>
        </pc:spChg>
        <pc:spChg chg="mod ord">
          <ac:chgData name="Idowu, Gideon S2501665" userId="d9918a50-a33b-4967-b4ab-4bf45a1e498e" providerId="ADAL" clId="{DC1232B6-8D29-43D4-B019-0B5140EAC11F}" dt="2026-09-30T12:43:58.549" v="72" actId="1076"/>
          <ac:spMkLst>
            <pc:docMk/>
            <pc:sldMk cId="1819186965" sldId="271"/>
            <ac:spMk id="8" creationId="{883690B8-3F3F-420D-DC17-C473D39A6655}"/>
          </ac:spMkLst>
        </pc:spChg>
        <pc:spChg chg="mod ord">
          <ac:chgData name="Idowu, Gideon S2501665" userId="d9918a50-a33b-4967-b4ab-4bf45a1e498e" providerId="ADAL" clId="{DC1232B6-8D29-43D4-B019-0B5140EAC11F}" dt="2026-09-30T12:44:53.215" v="81" actId="1076"/>
          <ac:spMkLst>
            <pc:docMk/>
            <pc:sldMk cId="1819186965" sldId="271"/>
            <ac:spMk id="9" creationId="{8B127E7E-43E9-0797-1AA7-CC9BBBF26D8C}"/>
          </ac:spMkLst>
        </pc:spChg>
        <pc:spChg chg="mod ord">
          <ac:chgData name="Idowu, Gideon S2501665" userId="d9918a50-a33b-4967-b4ab-4bf45a1e498e" providerId="ADAL" clId="{DC1232B6-8D29-43D4-B019-0B5140EAC11F}" dt="2026-09-30T12:45:32.736" v="97" actId="1076"/>
          <ac:spMkLst>
            <pc:docMk/>
            <pc:sldMk cId="1819186965" sldId="271"/>
            <ac:spMk id="10" creationId="{7DBF5B7D-B819-BCA1-F4C9-9F9B2B47BB0E}"/>
          </ac:spMkLst>
        </pc:spChg>
        <pc:spChg chg="add mod">
          <ac:chgData name="Idowu, Gideon S2501665" userId="d9918a50-a33b-4967-b4ab-4bf45a1e498e" providerId="ADAL" clId="{DC1232B6-8D29-43D4-B019-0B5140EAC11F}" dt="2026-09-30T12:43:14.187" v="61" actId="1076"/>
          <ac:spMkLst>
            <pc:docMk/>
            <pc:sldMk cId="1819186965" sldId="271"/>
            <ac:spMk id="15" creationId="{46903A34-4FDA-427E-B051-525D7F1133C9}"/>
          </ac:spMkLst>
        </pc:spChg>
      </pc:sldChg>
      <pc:sldChg chg="modSp mod">
        <pc:chgData name="Idowu, Gideon S2501665" userId="d9918a50-a33b-4967-b4ab-4bf45a1e498e" providerId="ADAL" clId="{DC1232B6-8D29-43D4-B019-0B5140EAC11F}" dt="2026-09-30T12:33:43.177" v="9" actId="1076"/>
        <pc:sldMkLst>
          <pc:docMk/>
          <pc:sldMk cId="3129076597" sldId="273"/>
        </pc:sldMkLst>
      </pc:sldChg>
    </pc:docChg>
  </pc:docChgLst>
  <pc:docChgLst>
    <pc:chgData name="Idowu, Gideon S2501665" userId="S::s2501665@ndonline.ac.uk::d9918a50-a33b-4967-b4ab-4bf45a1e498e" providerId="AD" clId="Web-{45AD7AE5-C3E3-6497-12C2-123D8DD6455A}"/>
    <pc:docChg chg="modSld">
      <pc:chgData name="Idowu, Gideon S2501665" userId="S::s2501665@ndonline.ac.uk::d9918a50-a33b-4967-b4ab-4bf45a1e498e" providerId="AD" clId="Web-{45AD7AE5-C3E3-6497-12C2-123D8DD6455A}" dt="2026-09-28T05:47:16.174" v="18" actId="1076"/>
      <pc:docMkLst>
        <pc:docMk/>
      </pc:docMkLst>
      <pc:sldChg chg="delSp">
        <pc:chgData name="Idowu, Gideon S2501665" userId="S::s2501665@ndonline.ac.uk::d9918a50-a33b-4967-b4ab-4bf45a1e498e" providerId="AD" clId="Web-{45AD7AE5-C3E3-6497-12C2-123D8DD6455A}" dt="2026-09-27T22:10:57.776" v="1"/>
        <pc:sldMkLst>
          <pc:docMk/>
          <pc:sldMk cId="3806938108" sldId="256"/>
        </pc:sldMkLst>
      </pc:sldChg>
      <pc:sldChg chg="addSp modSp">
        <pc:chgData name="Idowu, Gideon S2501665" userId="S::s2501665@ndonline.ac.uk::d9918a50-a33b-4967-b4ab-4bf45a1e498e" providerId="AD" clId="Web-{45AD7AE5-C3E3-6497-12C2-123D8DD6455A}" dt="2026-09-28T05:47:16.174" v="18" actId="1076"/>
        <pc:sldMkLst>
          <pc:docMk/>
          <pc:sldMk cId="1784534232" sldId="266"/>
        </pc:sldMkLst>
        <pc:spChg chg="mod">
          <ac:chgData name="Idowu, Gideon S2501665" userId="S::s2501665@ndonline.ac.uk::d9918a50-a33b-4967-b4ab-4bf45a1e498e" providerId="AD" clId="Web-{45AD7AE5-C3E3-6497-12C2-123D8DD6455A}" dt="2026-09-28T05:47:01.674" v="13" actId="20577"/>
          <ac:spMkLst>
            <pc:docMk/>
            <pc:sldMk cId="1784534232" sldId="266"/>
            <ac:spMk id="10" creationId="{62DF1782-11B1-BDE0-29C8-F8E09F1882D5}"/>
          </ac:spMkLst>
        </pc:spChg>
      </pc:sldChg>
    </pc:docChg>
  </pc:docChgLst>
  <pc:docChgLst>
    <pc:chgData name="Akpabio, Mitchell S2500136" userId="af3ef713-034a-48c0-be77-edd5c5040e0a" providerId="ADAL" clId="{6D84E690-2847-4139-9233-B7D25A31357A}"/>
    <pc:docChg chg="undo custSel addSld delSld modSld sldOrd">
      <pc:chgData name="Akpabio, Mitchell S2500136" userId="af3ef713-034a-48c0-be77-edd5c5040e0a" providerId="ADAL" clId="{6D84E690-2847-4139-9233-B7D25A31357A}" dt="2026-10-01T09:44:36.586" v="1293" actId="14100"/>
      <pc:docMkLst>
        <pc:docMk/>
      </pc:docMkLst>
      <pc:sldChg chg="addSp delSp modSp mod">
        <pc:chgData name="Akpabio, Mitchell S2500136" userId="af3ef713-034a-48c0-be77-edd5c5040e0a" providerId="ADAL" clId="{6D84E690-2847-4139-9233-B7D25A31357A}" dt="2026-10-01T09:43:20.441" v="1283" actId="1076"/>
        <pc:sldMkLst>
          <pc:docMk/>
          <pc:sldMk cId="1685517087" sldId="264"/>
        </pc:sldMkLst>
        <pc:spChg chg="add mod">
          <ac:chgData name="Akpabio, Mitchell S2500136" userId="af3ef713-034a-48c0-be77-edd5c5040e0a" providerId="ADAL" clId="{6D84E690-2847-4139-9233-B7D25A31357A}" dt="2026-10-01T09:43:01.755" v="1279" actId="20577"/>
          <ac:spMkLst>
            <pc:docMk/>
            <pc:sldMk cId="1685517087" sldId="264"/>
            <ac:spMk id="3" creationId="{5DF68321-9BFB-70C9-B617-EEEB7418A8D4}"/>
          </ac:spMkLst>
        </pc:spChg>
        <pc:spChg chg="add">
          <ac:chgData name="Akpabio, Mitchell S2500136" userId="af3ef713-034a-48c0-be77-edd5c5040e0a" providerId="ADAL" clId="{6D84E690-2847-4139-9233-B7D25A31357A}" dt="2026-10-01T09:37:39.687" v="1255" actId="22"/>
          <ac:spMkLst>
            <pc:docMk/>
            <pc:sldMk cId="1685517087" sldId="264"/>
            <ac:spMk id="5" creationId="{2012BB51-07FE-DC19-0948-0F814B112177}"/>
          </ac:spMkLst>
        </pc:spChg>
        <pc:picChg chg="add mod">
          <ac:chgData name="Akpabio, Mitchell S2500136" userId="af3ef713-034a-48c0-be77-edd5c5040e0a" providerId="ADAL" clId="{6D84E690-2847-4139-9233-B7D25A31357A}" dt="2026-10-01T09:43:20.441" v="1283" actId="1076"/>
          <ac:picMkLst>
            <pc:docMk/>
            <pc:sldMk cId="1685517087" sldId="264"/>
            <ac:picMk id="7" creationId="{AFB0BED8-D4DE-5713-99FC-DC5EC8423B38}"/>
          </ac:picMkLst>
        </pc:picChg>
      </pc:sldChg>
      <pc:sldChg chg="addSp mod">
        <pc:chgData name="Akpabio, Mitchell S2500136" userId="af3ef713-034a-48c0-be77-edd5c5040e0a" providerId="ADAL" clId="{6D84E690-2847-4139-9233-B7D25A31357A}" dt="2026-10-01T09:37:58.870" v="1257" actId="22"/>
        <pc:sldMkLst>
          <pc:docMk/>
          <pc:sldMk cId="1819186965" sldId="271"/>
        </pc:sldMkLst>
        <pc:picChg chg="add">
          <ac:chgData name="Akpabio, Mitchell S2500136" userId="af3ef713-034a-48c0-be77-edd5c5040e0a" providerId="ADAL" clId="{6D84E690-2847-4139-9233-B7D25A31357A}" dt="2026-10-01T09:37:58.870" v="1257" actId="22"/>
          <ac:picMkLst>
            <pc:docMk/>
            <pc:sldMk cId="1819186965" sldId="271"/>
            <ac:picMk id="13" creationId="{CE4C8149-6491-4518-066A-A3E8CCE1A47D}"/>
          </ac:picMkLst>
        </pc:picChg>
      </pc:sldChg>
      <pc:sldChg chg="addSp modSp mod">
        <pc:chgData name="Akpabio, Mitchell S2500136" userId="af3ef713-034a-48c0-be77-edd5c5040e0a" providerId="ADAL" clId="{6D84E690-2847-4139-9233-B7D25A31357A}" dt="2026-10-01T09:38:04.373" v="1259" actId="22"/>
        <pc:sldMkLst>
          <pc:docMk/>
          <pc:sldMk cId="3129076597" sldId="273"/>
        </pc:sldMkLst>
        <pc:spChg chg="mod">
          <ac:chgData name="Akpabio, Mitchell S2500136" userId="af3ef713-034a-48c0-be77-edd5c5040e0a" providerId="ADAL" clId="{6D84E690-2847-4139-9233-B7D25A31357A}" dt="2026-10-01T09:26:03.638" v="1207" actId="1076"/>
          <ac:spMkLst>
            <pc:docMk/>
            <pc:sldMk cId="3129076597" sldId="273"/>
            <ac:spMk id="2" creationId="{5EF91223-F62D-6912-AAC1-D5370F5A738E}"/>
          </ac:spMkLst>
        </pc:spChg>
        <pc:spChg chg="add mod ord">
          <ac:chgData name="Akpabio, Mitchell S2500136" userId="af3ef713-034a-48c0-be77-edd5c5040e0a" providerId="ADAL" clId="{6D84E690-2847-4139-9233-B7D25A31357A}" dt="2026-10-01T09:25:45.555" v="1205" actId="1076"/>
          <ac:spMkLst>
            <pc:docMk/>
            <pc:sldMk cId="3129076597" sldId="273"/>
            <ac:spMk id="6" creationId="{1635F77C-C924-41DA-185C-A1ED12E8ED7F}"/>
          </ac:spMkLst>
        </pc:spChg>
        <pc:picChg chg="add">
          <ac:chgData name="Akpabio, Mitchell S2500136" userId="af3ef713-034a-48c0-be77-edd5c5040e0a" providerId="ADAL" clId="{6D84E690-2847-4139-9233-B7D25A31357A}" dt="2026-10-01T09:38:04.373" v="1259" actId="22"/>
          <ac:picMkLst>
            <pc:docMk/>
            <pc:sldMk cId="3129076597" sldId="273"/>
            <ac:picMk id="8" creationId="{729F29F9-FE65-C644-0FEA-302304221C5A}"/>
          </ac:picMkLst>
        </pc:picChg>
      </pc:sldChg>
      <pc:sldChg chg="addSp modSp mod">
        <pc:chgData name="Akpabio, Mitchell S2500136" userId="af3ef713-034a-48c0-be77-edd5c5040e0a" providerId="ADAL" clId="{6D84E690-2847-4139-9233-B7D25A31357A}" dt="2026-10-01T09:38:06.400" v="1260" actId="22"/>
        <pc:sldMkLst>
          <pc:docMk/>
          <pc:sldMk cId="1876102277" sldId="274"/>
        </pc:sldMkLst>
        <pc:spChg chg="mod">
          <ac:chgData name="Akpabio, Mitchell S2500136" userId="af3ef713-034a-48c0-be77-edd5c5040e0a" providerId="ADAL" clId="{6D84E690-2847-4139-9233-B7D25A31357A}" dt="2026-10-01T09:26:26.631" v="1208" actId="207"/>
          <ac:spMkLst>
            <pc:docMk/>
            <pc:sldMk cId="1876102277" sldId="274"/>
            <ac:spMk id="2" creationId="{CC0781C4-BB9B-3605-D2B4-56BD56BABF04}"/>
          </ac:spMkLst>
        </pc:spChg>
        <pc:spChg chg="add ord">
          <ac:chgData name="Akpabio, Mitchell S2500136" userId="af3ef713-034a-48c0-be77-edd5c5040e0a" providerId="ADAL" clId="{6D84E690-2847-4139-9233-B7D25A31357A}" dt="2026-10-01T09:11:41.219" v="932" actId="171"/>
          <ac:spMkLst>
            <pc:docMk/>
            <pc:sldMk cId="1876102277" sldId="274"/>
            <ac:spMk id="5" creationId="{7E0D6945-FBAC-CFBC-8ABA-6A04A5892AE1}"/>
          </ac:spMkLst>
        </pc:spChg>
        <pc:picChg chg="add">
          <ac:chgData name="Akpabio, Mitchell S2500136" userId="af3ef713-034a-48c0-be77-edd5c5040e0a" providerId="ADAL" clId="{6D84E690-2847-4139-9233-B7D25A31357A}" dt="2026-10-01T09:38:06.400" v="1260" actId="22"/>
          <ac:picMkLst>
            <pc:docMk/>
            <pc:sldMk cId="1876102277" sldId="274"/>
            <ac:picMk id="7" creationId="{74685E92-FE0D-E47F-6712-4AD4348D71CB}"/>
          </ac:picMkLst>
        </pc:picChg>
      </pc:sldChg>
      <pc:sldChg chg="addSp modSp mod">
        <pc:chgData name="Akpabio, Mitchell S2500136" userId="af3ef713-034a-48c0-be77-edd5c5040e0a" providerId="ADAL" clId="{6D84E690-2847-4139-9233-B7D25A31357A}" dt="2026-10-01T09:44:36.586" v="1293" actId="14100"/>
        <pc:sldMkLst>
          <pc:docMk/>
          <pc:sldMk cId="1662363737" sldId="278"/>
        </pc:sldMkLst>
        <pc:spChg chg="mod">
          <ac:chgData name="Akpabio, Mitchell S2500136" userId="af3ef713-034a-48c0-be77-edd5c5040e0a" providerId="ADAL" clId="{6D84E690-2847-4139-9233-B7D25A31357A}" dt="2026-10-01T09:28:12.240" v="1218" actId="207"/>
          <ac:spMkLst>
            <pc:docMk/>
            <pc:sldMk cId="1662363737" sldId="278"/>
            <ac:spMk id="2" creationId="{7DE26801-6BB5-2B74-8857-4BAB954EF3C7}"/>
          </ac:spMkLst>
        </pc:spChg>
        <pc:spChg chg="mod">
          <ac:chgData name="Akpabio, Mitchell S2500136" userId="af3ef713-034a-48c0-be77-edd5c5040e0a" providerId="ADAL" clId="{6D84E690-2847-4139-9233-B7D25A31357A}" dt="2026-10-01T09:28:14.349" v="1219" actId="207"/>
          <ac:spMkLst>
            <pc:docMk/>
            <pc:sldMk cId="1662363737" sldId="278"/>
            <ac:spMk id="3" creationId="{018628FB-7A64-E978-9130-C6849D2B5341}"/>
          </ac:spMkLst>
        </pc:spChg>
        <pc:spChg chg="add ord">
          <ac:chgData name="Akpabio, Mitchell S2500136" userId="af3ef713-034a-48c0-be77-edd5c5040e0a" providerId="ADAL" clId="{6D84E690-2847-4139-9233-B7D25A31357A}" dt="2026-10-01T09:14:07.941" v="954" actId="171"/>
          <ac:spMkLst>
            <pc:docMk/>
            <pc:sldMk cId="1662363737" sldId="278"/>
            <ac:spMk id="5" creationId="{767DCE76-E42C-DB97-B338-016573162EC5}"/>
          </ac:spMkLst>
        </pc:spChg>
        <pc:picChg chg="add">
          <ac:chgData name="Akpabio, Mitchell S2500136" userId="af3ef713-034a-48c0-be77-edd5c5040e0a" providerId="ADAL" clId="{6D84E690-2847-4139-9233-B7D25A31357A}" dt="2026-10-01T09:39:36.668" v="1272" actId="22"/>
          <ac:picMkLst>
            <pc:docMk/>
            <pc:sldMk cId="1662363737" sldId="278"/>
            <ac:picMk id="7" creationId="{A164AA01-2BDB-09D6-529D-816A77047DDE}"/>
          </ac:picMkLst>
        </pc:picChg>
      </pc:sldChg>
      <pc:sldChg chg="addSp modSp new mod">
        <pc:chgData name="Akpabio, Mitchell S2500136" userId="af3ef713-034a-48c0-be77-edd5c5040e0a" providerId="ADAL" clId="{6D84E690-2847-4139-9233-B7D25A31357A}" dt="2026-10-01T09:40:19.938" v="1277" actId="27636"/>
        <pc:sldMkLst>
          <pc:docMk/>
          <pc:sldMk cId="2379858986" sldId="285"/>
        </pc:sldMkLst>
        <pc:spChg chg="mod">
          <ac:chgData name="Akpabio, Mitchell S2500136" userId="af3ef713-034a-48c0-be77-edd5c5040e0a" providerId="ADAL" clId="{6D84E690-2847-4139-9233-B7D25A31357A}" dt="2026-10-01T09:26:35.863" v="1210" actId="207"/>
          <ac:spMkLst>
            <pc:docMk/>
            <pc:sldMk cId="2379858986" sldId="285"/>
            <ac:spMk id="2" creationId="{BF1B9A59-FFF8-C26C-C2F8-5C957FAA1281}"/>
          </ac:spMkLst>
        </pc:spChg>
        <pc:spChg chg="add ord">
          <ac:chgData name="Akpabio, Mitchell S2500136" userId="af3ef713-034a-48c0-be77-edd5c5040e0a" providerId="ADAL" clId="{6D84E690-2847-4139-9233-B7D25A31357A}" dt="2026-10-01T09:11:47.011" v="937" actId="171"/>
          <ac:spMkLst>
            <pc:docMk/>
            <pc:sldMk cId="2379858986" sldId="285"/>
            <ac:spMk id="5" creationId="{E8A5B8A4-5367-8ABC-5BEB-7EC1F5954D82}"/>
          </ac:spMkLst>
        </pc:spChg>
        <pc:picChg chg="add">
          <ac:chgData name="Akpabio, Mitchell S2500136" userId="af3ef713-034a-48c0-be77-edd5c5040e0a" providerId="ADAL" clId="{6D84E690-2847-4139-9233-B7D25A31357A}" dt="2026-10-01T09:38:09.037" v="1261" actId="22"/>
          <ac:picMkLst>
            <pc:docMk/>
            <pc:sldMk cId="2379858986" sldId="285"/>
            <ac:picMk id="7" creationId="{73B8E50A-6A17-24FC-54B1-EF7A836834A0}"/>
          </ac:picMkLst>
        </pc:picChg>
      </pc:sldChg>
      <pc:sldChg chg="addSp delSp modSp new mod">
        <pc:chgData name="Akpabio, Mitchell S2500136" userId="af3ef713-034a-48c0-be77-edd5c5040e0a" providerId="ADAL" clId="{6D84E690-2847-4139-9233-B7D25A31357A}" dt="2026-10-01T09:39:07.852" v="1269" actId="171"/>
        <pc:sldMkLst>
          <pc:docMk/>
          <pc:sldMk cId="1676879517" sldId="286"/>
        </pc:sldMkLst>
        <pc:spChg chg="add ord">
          <ac:chgData name="Akpabio, Mitchell S2500136" userId="af3ef713-034a-48c0-be77-edd5c5040e0a" providerId="ADAL" clId="{6D84E690-2847-4139-9233-B7D25A31357A}" dt="2026-10-01T09:39:07.852" v="1269" actId="171"/>
          <ac:spMkLst>
            <pc:docMk/>
            <pc:sldMk cId="1676879517" sldId="286"/>
            <ac:spMk id="7" creationId="{DA87B9DF-A7C6-9651-53A0-B46D4B61ACC3}"/>
          </ac:spMkLst>
        </pc:spChg>
      </pc:sldChg>
      <pc:sldChg chg="addSp modSp new mod">
        <pc:chgData name="Akpabio, Mitchell S2500136" userId="af3ef713-034a-48c0-be77-edd5c5040e0a" providerId="ADAL" clId="{6D84E690-2847-4139-9233-B7D25A31357A}" dt="2026-10-01T09:39:34.570" v="1271" actId="22"/>
        <pc:sldMkLst>
          <pc:docMk/>
          <pc:sldMk cId="2499040535" sldId="287"/>
        </pc:sldMkLst>
        <pc:spChg chg="mod">
          <ac:chgData name="Akpabio, Mitchell S2500136" userId="af3ef713-034a-48c0-be77-edd5c5040e0a" providerId="ADAL" clId="{6D84E690-2847-4139-9233-B7D25A31357A}" dt="2026-10-01T09:29:10.048" v="1239" actId="207"/>
          <ac:spMkLst>
            <pc:docMk/>
            <pc:sldMk cId="2499040535" sldId="287"/>
            <ac:spMk id="2" creationId="{AC228874-7341-B3FC-54F2-8B104891DFDB}"/>
          </ac:spMkLst>
        </pc:spChg>
        <pc:spChg chg="mod">
          <ac:chgData name="Akpabio, Mitchell S2500136" userId="af3ef713-034a-48c0-be77-edd5c5040e0a" providerId="ADAL" clId="{6D84E690-2847-4139-9233-B7D25A31357A}" dt="2026-10-01T09:30:40.523" v="1245" actId="27636"/>
          <ac:spMkLst>
            <pc:docMk/>
            <pc:sldMk cId="2499040535" sldId="287"/>
            <ac:spMk id="3" creationId="{AB299C76-DE16-E49D-17D1-EDCF2FD74C44}"/>
          </ac:spMkLst>
        </pc:spChg>
        <pc:spChg chg="add ord">
          <ac:chgData name="Akpabio, Mitchell S2500136" userId="af3ef713-034a-48c0-be77-edd5c5040e0a" providerId="ADAL" clId="{6D84E690-2847-4139-9233-B7D25A31357A}" dt="2026-10-01T09:37:09.587" v="1254" actId="171"/>
          <ac:spMkLst>
            <pc:docMk/>
            <pc:sldMk cId="2499040535" sldId="287"/>
            <ac:spMk id="5" creationId="{2024C177-D459-5880-C41C-E5A695712804}"/>
          </ac:spMkLst>
        </pc:spChg>
        <pc:picChg chg="add">
          <ac:chgData name="Akpabio, Mitchell S2500136" userId="af3ef713-034a-48c0-be77-edd5c5040e0a" providerId="ADAL" clId="{6D84E690-2847-4139-9233-B7D25A31357A}" dt="2026-10-01T09:39:34.570" v="1271" actId="22"/>
          <ac:picMkLst>
            <pc:docMk/>
            <pc:sldMk cId="2499040535" sldId="287"/>
            <ac:picMk id="7" creationId="{33461B87-7CB2-890B-D279-23ADBC5D93B1}"/>
          </ac:picMkLst>
        </pc:picChg>
      </pc:sldChg>
    </pc:docChg>
  </pc:docChgLst>
  <pc:docChgLst>
    <pc:chgData name="Akpabio, Mitchell S2500136" userId="af3ef713-034a-48c0-be77-edd5c5040e0a" providerId="ADAL" clId="{5EF559C4-7D5D-4B17-81A9-3807C39DB9EC}"/>
    <pc:docChg chg="undo custSel modSld">
      <pc:chgData name="Akpabio, Mitchell S2500136" userId="af3ef713-034a-48c0-be77-edd5c5040e0a" providerId="ADAL" clId="{5EF559C4-7D5D-4B17-81A9-3807C39DB9EC}" dt="2026-10-01T11:45:49.544" v="102" actId="171"/>
      <pc:docMkLst>
        <pc:docMk/>
      </pc:docMkLst>
      <pc:sldChg chg="addSp modSp mod">
        <pc:chgData name="Akpabio, Mitchell S2500136" userId="af3ef713-034a-48c0-be77-edd5c5040e0a" providerId="ADAL" clId="{5EF559C4-7D5D-4B17-81A9-3807C39DB9EC}" dt="2026-09-28T08:22:40.533" v="96" actId="1076"/>
        <pc:sldMkLst>
          <pc:docMk/>
          <pc:sldMk cId="1784534232" sldId="266"/>
        </pc:sldMkLst>
        <pc:spChg chg="mod">
          <ac:chgData name="Akpabio, Mitchell S2500136" userId="af3ef713-034a-48c0-be77-edd5c5040e0a" providerId="ADAL" clId="{5EF559C4-7D5D-4B17-81A9-3807C39DB9EC}" dt="2026-09-28T08:18:16.058" v="95" actId="1076"/>
          <ac:spMkLst>
            <pc:docMk/>
            <pc:sldMk cId="1784534232" sldId="266"/>
            <ac:spMk id="2" creationId="{1F95B063-3537-5855-2AE7-B09490673E09}"/>
          </ac:spMkLst>
        </pc:spChg>
        <pc:spChg chg="mod">
          <ac:chgData name="Akpabio, Mitchell S2500136" userId="af3ef713-034a-48c0-be77-edd5c5040e0a" providerId="ADAL" clId="{5EF559C4-7D5D-4B17-81A9-3807C39DB9EC}" dt="2026-09-28T08:16:22.066" v="93" actId="207"/>
          <ac:spMkLst>
            <pc:docMk/>
            <pc:sldMk cId="1784534232" sldId="266"/>
            <ac:spMk id="3" creationId="{AB799B34-9ECB-0964-159C-58026A0AF3D8}"/>
          </ac:spMkLst>
        </pc:spChg>
        <pc:spChg chg="mod">
          <ac:chgData name="Akpabio, Mitchell S2500136" userId="af3ef713-034a-48c0-be77-edd5c5040e0a" providerId="ADAL" clId="{5EF559C4-7D5D-4B17-81A9-3807C39DB9EC}" dt="2026-09-28T08:11:04.882" v="75" actId="1076"/>
          <ac:spMkLst>
            <pc:docMk/>
            <pc:sldMk cId="1784534232" sldId="266"/>
            <ac:spMk id="10" creationId="{62DF1782-11B1-BDE0-29C8-F8E09F1882D5}"/>
          </ac:spMkLst>
        </pc:spChg>
      </pc:sldChg>
      <pc:sldChg chg="addSp modSp mod">
        <pc:chgData name="Akpabio, Mitchell S2500136" userId="af3ef713-034a-48c0-be77-edd5c5040e0a" providerId="ADAL" clId="{5EF559C4-7D5D-4B17-81A9-3807C39DB9EC}" dt="2026-10-01T11:45:49.544" v="102" actId="171"/>
        <pc:sldMkLst>
          <pc:docMk/>
          <pc:sldMk cId="652170914" sldId="270"/>
        </pc:sldMkLst>
        <pc:spChg chg="add ord">
          <ac:chgData name="Akpabio, Mitchell S2500136" userId="af3ef713-034a-48c0-be77-edd5c5040e0a" providerId="ADAL" clId="{5EF559C4-7D5D-4B17-81A9-3807C39DB9EC}" dt="2026-10-01T11:45:49.544" v="102" actId="171"/>
          <ac:spMkLst>
            <pc:docMk/>
            <pc:sldMk cId="652170914" sldId="270"/>
            <ac:spMk id="5" creationId="{324F05D4-4829-AF0E-66C6-CF655A679681}"/>
          </ac:spMkLst>
        </pc:spChg>
      </pc:sldChg>
      <pc:sldChg chg="addSp delSp modSp mod">
        <pc:chgData name="Akpabio, Mitchell S2500136" userId="af3ef713-034a-48c0-be77-edd5c5040e0a" providerId="ADAL" clId="{5EF559C4-7D5D-4B17-81A9-3807C39DB9EC}" dt="2026-09-28T08:07:35.035" v="46" actId="20577"/>
        <pc:sldMkLst>
          <pc:docMk/>
          <pc:sldMk cId="3129076597" sldId="273"/>
        </pc:sldMkLst>
      </pc:sldChg>
      <pc:sldChg chg="modSp mod">
        <pc:chgData name="Akpabio, Mitchell S2500136" userId="af3ef713-034a-48c0-be77-edd5c5040e0a" providerId="ADAL" clId="{5EF559C4-7D5D-4B17-81A9-3807C39DB9EC}" dt="2026-09-28T08:06:03.931" v="20" actId="255"/>
        <pc:sldMkLst>
          <pc:docMk/>
          <pc:sldMk cId="1876102277" sldId="274"/>
        </pc:sldMkLst>
      </pc:sldChg>
      <pc:sldChg chg="addSp delSp modSp mod">
        <pc:chgData name="Akpabio, Mitchell S2500136" userId="af3ef713-034a-48c0-be77-edd5c5040e0a" providerId="ADAL" clId="{5EF559C4-7D5D-4B17-81A9-3807C39DB9EC}" dt="2026-09-28T08:31:41.312" v="98" actId="22"/>
        <pc:sldMkLst>
          <pc:docMk/>
          <pc:sldMk cId="1662363737" sldId="278"/>
        </pc:sldMkLst>
        <pc:spChg chg="mod">
          <ac:chgData name="Akpabio, Mitchell S2500136" userId="af3ef713-034a-48c0-be77-edd5c5040e0a" providerId="ADAL" clId="{5EF559C4-7D5D-4B17-81A9-3807C39DB9EC}" dt="2026-09-28T08:05:37.131" v="18" actId="27636"/>
          <ac:spMkLst>
            <pc:docMk/>
            <pc:sldMk cId="1662363737" sldId="278"/>
            <ac:spMk id="3" creationId="{018628FB-7A64-E978-9130-C6849D2B5341}"/>
          </ac:spMkLst>
        </pc:spChg>
      </pc:sldChg>
    </pc:docChg>
  </pc:docChgLst>
  <pc:docChgLst>
    <pc:chgData name="Idowu, Gideon S2501665" userId="d9918a50-a33b-4967-b4ab-4bf45a1e498e" providerId="ADAL" clId="{53680861-882E-47C6-9FD8-8BCE0E17F77D}"/>
    <pc:docChg chg="modSld">
      <pc:chgData name="Idowu, Gideon S2501665" userId="d9918a50-a33b-4967-b4ab-4bf45a1e498e" providerId="ADAL" clId="{53680861-882E-47C6-9FD8-8BCE0E17F77D}" dt="2026-10-14T14:01:39.409" v="0" actId="1076"/>
      <pc:docMkLst>
        <pc:docMk/>
      </pc:docMkLst>
      <pc:sldChg chg="modSp mod">
        <pc:chgData name="Idowu, Gideon S2501665" userId="d9918a50-a33b-4967-b4ab-4bf45a1e498e" providerId="ADAL" clId="{53680861-882E-47C6-9FD8-8BCE0E17F77D}" dt="2026-10-14T14:01:39.409" v="0" actId="1076"/>
        <pc:sldMkLst>
          <pc:docMk/>
          <pc:sldMk cId="3806938108" sldId="256"/>
        </pc:sldMkLst>
        <pc:spChg chg="mod">
          <ac:chgData name="Idowu, Gideon S2501665" userId="d9918a50-a33b-4967-b4ab-4bf45a1e498e" providerId="ADAL" clId="{53680861-882E-47C6-9FD8-8BCE0E17F77D}" dt="2026-10-14T14:01:39.409" v="0" actId="1076"/>
          <ac:spMkLst>
            <pc:docMk/>
            <pc:sldMk cId="3806938108" sldId="256"/>
            <ac:spMk id="7" creationId="{37C6147B-C56F-7C04-01FC-5AC7761FA1B1}"/>
          </ac:spMkLst>
        </pc:spChg>
      </pc:sldChg>
    </pc:docChg>
  </pc:docChgLst>
  <pc:docChgLst>
    <pc:chgData name="Idowu, Gideon S2501665" userId="d9918a50-a33b-4967-b4ab-4bf45a1e498e" providerId="ADAL" clId="{CEA240EF-B34B-4DE7-B926-D6AC701EAE35}"/>
    <pc:docChg chg="modSld">
      <pc:chgData name="Idowu, Gideon S2501665" userId="d9918a50-a33b-4967-b4ab-4bf45a1e498e" providerId="ADAL" clId="{CEA240EF-B34B-4DE7-B926-D6AC701EAE35}" dt="2026-09-28T07:55:35.598" v="4" actId="1076"/>
      <pc:docMkLst>
        <pc:docMk/>
      </pc:docMkLst>
      <pc:sldChg chg="modSp mod">
        <pc:chgData name="Idowu, Gideon S2501665" userId="d9918a50-a33b-4967-b4ab-4bf45a1e498e" providerId="ADAL" clId="{CEA240EF-B34B-4DE7-B926-D6AC701EAE35}" dt="2026-09-28T07:55:35.598" v="4" actId="1076"/>
        <pc:sldMkLst>
          <pc:docMk/>
          <pc:sldMk cId="1784534232" sldId="266"/>
        </pc:sldMkLst>
        <pc:spChg chg="mod">
          <ac:chgData name="Idowu, Gideon S2501665" userId="d9918a50-a33b-4967-b4ab-4bf45a1e498e" providerId="ADAL" clId="{CEA240EF-B34B-4DE7-B926-D6AC701EAE35}" dt="2026-09-28T07:55:16.596" v="3" actId="1076"/>
          <ac:spMkLst>
            <pc:docMk/>
            <pc:sldMk cId="1784534232" sldId="266"/>
            <ac:spMk id="2" creationId="{1F95B063-3537-5855-2AE7-B09490673E09}"/>
          </ac:spMkLst>
        </pc:spChg>
        <pc:spChg chg="mod">
          <ac:chgData name="Idowu, Gideon S2501665" userId="d9918a50-a33b-4967-b4ab-4bf45a1e498e" providerId="ADAL" clId="{CEA240EF-B34B-4DE7-B926-D6AC701EAE35}" dt="2026-09-28T07:55:14.372" v="2" actId="1076"/>
          <ac:spMkLst>
            <pc:docMk/>
            <pc:sldMk cId="1784534232" sldId="266"/>
            <ac:spMk id="10" creationId="{62DF1782-11B1-BDE0-29C8-F8E09F1882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60B4E-6CE5-4CEF-BDAA-11D49EF5DEFA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B79D2-982B-49E1-A154-6C3B7A469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3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Gideon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377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Gideon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824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Mitchell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358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Mitchell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86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Gideon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992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Gideon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671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69057-6AD8-0624-950C-D3DAB5C82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E3CDF-890C-54AD-E4C8-2C0B1EF29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BF640-6E29-D957-7685-D243D195C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Gideon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42641-2CDF-995F-7523-AF377F5EC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803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Mitchell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179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Mitchell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663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Mitchell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66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Gideon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98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Mitchell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222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64FE8-CAB1-3930-850B-A3BC8C210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45FBC-2A1F-810D-C128-0F329D952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BB37F-A582-BAC5-F58D-3C0C4D6C4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Mitchell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C83A5-CC2A-1A1E-D6B7-410D08FB1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52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Mitchell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9306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Gideon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B79D2-982B-49E1-A154-6C3B7A4695C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650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6866-4B09-507C-22ED-74BF8F85F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F99CB-C27D-970F-8CCE-C56928818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07C62-FEFB-7DE3-8309-0E84B9F30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7652D-FD1B-6F06-88FC-EC2F1120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D7C0E-B7A9-2202-76AF-92B1D3E6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628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7B0C-E1FD-ED12-8614-F647FEF2E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B1027-F417-0734-BA9E-1348CFF6D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E38A2-E1C0-D9D6-5A15-64DFBDADF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AEAD3-555A-0868-E372-0347A7E77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FA894-FB44-4546-C5A4-203C406DA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6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D053-A5CE-A795-F281-84E0D193C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811C7-284E-6FE0-1355-3B2A6344F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0F03D-1725-993B-6D9B-E3531993B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CD39-4986-3A63-F4B0-9902B052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6A178-3F6F-E48D-6F80-10A44A40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08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A7D5F-D5C5-9595-322F-A24A6836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6267C-8B0C-8DA8-B685-3CE1E38821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03C25-BA1B-8A4E-58BD-519DE6EEC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878C1-AB1B-3235-6E83-FFAC10A95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52F3C-5386-3559-172E-D7F860FE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B4E3F-FAA5-8B3E-59D8-E1929D65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95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19A3C-C93C-CD74-695A-DCC2B6D4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D6CEE-CA3C-6D78-34B7-386534947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7CA46-6B7D-3744-1418-E07FD4AF7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FDE58-00D8-AF8F-C3C0-0C98ADB50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E88B3-B1B9-1E32-5035-15654A128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037604-7911-53D1-5D3F-D3F6348F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5C51E4-89EF-9292-2BA1-2FD793E6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B2069E-DCB0-EBF8-937D-B47F1DEE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30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04BE-AA0B-C1FD-DA27-5E8AA0D0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0A93CD-0EAF-C234-CBF4-BEFC69D9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9A287-B205-05EC-C7AA-96CB4B3F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EEC11-3867-93F3-99D0-53CB2A37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685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E22565-8AB9-5456-585F-15E267B2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9BA7C-475F-2F6F-2738-7E99B8BF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A4807-369A-8543-FFF4-F2CFF596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11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BC64-A821-AACE-1DD2-60CF3AE0D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EAE1-CFCA-B9E9-532B-63543A488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EA576-7AAA-9796-C4EE-29B497015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68AC7-F45D-F2FE-4ED3-99303C5F8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C022E-05FC-24BC-FAA5-13CDB28F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B0237-46D4-1DEB-AD20-35505EA9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280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8120-D0E0-3CF2-B370-3607BF14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FEDFD-BCC2-DC4F-370F-67E53C1C0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3B662-ED92-77E4-34D6-A8F6F5599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88BBB-829A-D1A7-514D-20178F8B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C1AF0-3514-9F9B-DAFC-6B7B1CAA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39C13-FB8E-23D0-24BB-EA54E6A80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35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DBAD-FD58-71DB-78EA-B6AB3E398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E1D09-E59D-171C-2AC6-CC3FD5B14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71056-621D-8676-738F-B221B84C1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1C377-FBF2-B492-BC1E-ADED3DAF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28C-A5F0-1289-612A-4EB91FDC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78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8F804-6B80-3602-C6D8-A786ECD8F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1FE15-9ADE-3A64-250E-51F3765F0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FE7F5-B5AD-FD64-CF1D-184870852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6439C-B76C-B177-BD61-474F8EB0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F4AA2-8EF7-48FA-75CA-31E68DDA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582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8884D-81E4-CC6D-3837-D09771EE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4A09F-9206-5B88-A630-9B7EE0E42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27209-EF38-5A40-01C9-5758BC1751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84684-F8C6-45A0-9823-AADD07257C8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906EF-C25C-3DC6-1608-B0A1B1B39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4714E-80A0-FED0-EE45-6E9446F97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FB92D-78A8-4008-A778-7645F21732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00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5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2.png"/><Relationship Id="rId5" Type="http://schemas.openxmlformats.org/officeDocument/2006/relationships/image" Target="../media/image24.png"/><Relationship Id="rId10" Type="http://schemas.openxmlformats.org/officeDocument/2006/relationships/image" Target="../media/image21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27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7C6147B-C56F-7C04-01FC-5AC7761FA1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332BA96-1930-AAB0-916D-ABE729586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950" y="548893"/>
            <a:ext cx="4864100" cy="48641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E51B00-9E61-357A-1670-1491D91810C4}"/>
              </a:ext>
            </a:extLst>
          </p:cNvPr>
          <p:cNvSpPr txBox="1"/>
          <p:nvPr/>
        </p:nvSpPr>
        <p:spPr>
          <a:xfrm>
            <a:off x="3782207" y="5674118"/>
            <a:ext cx="631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542512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Software Developers - Mitchell A. Gideon I .</a:t>
            </a:r>
          </a:p>
        </p:txBody>
      </p:sp>
    </p:spTree>
    <p:extLst>
      <p:ext uri="{BB962C8B-B14F-4D97-AF65-F5344CB8AC3E}">
        <p14:creationId xmlns:p14="http://schemas.microsoft.com/office/powerpoint/2010/main" val="380693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F990C-B6D0-AF3E-4129-B16A0644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509159B-BA44-432C-FD24-A732C0CCBE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4158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DF1782-11B1-BDE0-29C8-F8E09F1882D5}"/>
              </a:ext>
            </a:extLst>
          </p:cNvPr>
          <p:cNvSpPr/>
          <p:nvPr/>
        </p:nvSpPr>
        <p:spPr>
          <a:xfrm>
            <a:off x="1241545" y="1678509"/>
            <a:ext cx="9782876" cy="10064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000" err="1">
                <a:solidFill>
                  <a:srgbClr val="3A1A12"/>
                </a:solidFill>
                <a:latin typeface="ADLaM Display"/>
                <a:ea typeface="ADLaM Display"/>
                <a:cs typeface="ADLaM Display"/>
              </a:rPr>
              <a:t>Futwell</a:t>
            </a:r>
            <a:r>
              <a:rPr lang="en-GB" sz="2000">
                <a:solidFill>
                  <a:srgbClr val="3A1A12"/>
                </a:solidFill>
                <a:latin typeface="ADLaM Display"/>
                <a:ea typeface="ADLaM Display"/>
                <a:cs typeface="ADLaM Display"/>
              </a:rPr>
              <a:t> Technologies is a company focused on making the Earth more sustainable and safer.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FCCA6C-DA6C-F84D-52C5-E1B7A1487722}"/>
              </a:ext>
            </a:extLst>
          </p:cNvPr>
          <p:cNvSpPr/>
          <p:nvPr/>
        </p:nvSpPr>
        <p:spPr>
          <a:xfrm>
            <a:off x="1010151" y="259780"/>
            <a:ext cx="10725150" cy="17653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5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Who is </a:t>
            </a:r>
            <a:r>
              <a:rPr lang="en-GB" sz="5400" err="1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Futwell</a:t>
            </a:r>
            <a:r>
              <a:rPr lang="en-GB" sz="5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Technologies?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F95B063-3537-5855-2AE7-B09490673E09}"/>
              </a:ext>
            </a:extLst>
          </p:cNvPr>
          <p:cNvSpPr/>
          <p:nvPr/>
        </p:nvSpPr>
        <p:spPr>
          <a:xfrm>
            <a:off x="6872177" y="4526209"/>
            <a:ext cx="4223257" cy="126642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Educate people on making the environment and animals better</a:t>
            </a:r>
          </a:p>
          <a:p>
            <a:endParaRPr lang="en-GB" sz="2800">
              <a:solidFill>
                <a:srgbClr val="58C878"/>
              </a:solidFill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799B34-9ECB-0964-159C-58026A0AF3D8}"/>
              </a:ext>
            </a:extLst>
          </p:cNvPr>
          <p:cNvSpPr/>
          <p:nvPr/>
        </p:nvSpPr>
        <p:spPr>
          <a:xfrm>
            <a:off x="751147" y="2691039"/>
            <a:ext cx="4764278" cy="3573580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B0265A-01CA-5668-649C-84E45C3A4BF8}"/>
              </a:ext>
            </a:extLst>
          </p:cNvPr>
          <p:cNvSpPr/>
          <p:nvPr/>
        </p:nvSpPr>
        <p:spPr>
          <a:xfrm>
            <a:off x="6297507" y="2684985"/>
            <a:ext cx="4764278" cy="3573580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Graphic 15" descr="Circle with left arrow outline">
            <a:extLst>
              <a:ext uri="{FF2B5EF4-FFF2-40B4-BE49-F238E27FC236}">
                <a16:creationId xmlns:a16="http://schemas.microsoft.com/office/drawing/2014/main" id="{562C450B-602B-BEB6-F69D-DE92C2A280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386" y="3848088"/>
            <a:ext cx="678121" cy="678121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F2DF07-0B3C-BE0C-33BB-E1A838AA3E57}"/>
              </a:ext>
            </a:extLst>
          </p:cNvPr>
          <p:cNvSpPr/>
          <p:nvPr/>
        </p:nvSpPr>
        <p:spPr>
          <a:xfrm>
            <a:off x="1352057" y="3756451"/>
            <a:ext cx="3602153" cy="83315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Technologies and Innovations </a:t>
            </a:r>
            <a:endParaRPr lang="en-GB" sz="2000">
              <a:solidFill>
                <a:srgbClr val="542512"/>
              </a:solidFill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90B0AA-E3EE-5E67-3858-34A1AFC83E0A}"/>
              </a:ext>
            </a:extLst>
          </p:cNvPr>
          <p:cNvSpPr/>
          <p:nvPr/>
        </p:nvSpPr>
        <p:spPr>
          <a:xfrm>
            <a:off x="1488675" y="2669353"/>
            <a:ext cx="3964740" cy="17002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sz="2400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They focus on:</a:t>
            </a:r>
            <a:endParaRPr lang="en-GB" sz="2800">
              <a:solidFill>
                <a:srgbClr val="542512"/>
              </a:solidFill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DAB73C2-4235-E164-A4F1-F1F4582973AC}"/>
              </a:ext>
            </a:extLst>
          </p:cNvPr>
          <p:cNvSpPr/>
          <p:nvPr/>
        </p:nvSpPr>
        <p:spPr>
          <a:xfrm>
            <a:off x="1241545" y="3756451"/>
            <a:ext cx="4273880" cy="26343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They contribute to a more sustainable future.</a:t>
            </a:r>
          </a:p>
          <a:p>
            <a:endParaRPr lang="en-GB" sz="2800">
              <a:solidFill>
                <a:srgbClr val="58C878"/>
              </a:solidFill>
              <a:latin typeface="ADLaM Display"/>
              <a:ea typeface="ADLaM Display"/>
              <a:cs typeface="ADLaM Display"/>
            </a:endParaRPr>
          </a:p>
        </p:txBody>
      </p:sp>
      <p:pic>
        <p:nvPicPr>
          <p:cNvPr id="22" name="Graphic 21" descr="Circle with left arrow outline">
            <a:extLst>
              <a:ext uri="{FF2B5EF4-FFF2-40B4-BE49-F238E27FC236}">
                <a16:creationId xmlns:a16="http://schemas.microsoft.com/office/drawing/2014/main" id="{034F328F-049D-B062-FBA7-240DD1233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147" y="4477829"/>
            <a:ext cx="678121" cy="678121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CE1FC7-52B6-1595-57D0-8B8B3E7CCC06}"/>
              </a:ext>
            </a:extLst>
          </p:cNvPr>
          <p:cNvSpPr/>
          <p:nvPr/>
        </p:nvSpPr>
        <p:spPr>
          <a:xfrm>
            <a:off x="6901921" y="2986692"/>
            <a:ext cx="3596509" cy="153951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They make Apps that:</a:t>
            </a:r>
          </a:p>
          <a:p>
            <a:endParaRPr lang="en-GB" sz="2800">
              <a:solidFill>
                <a:srgbClr val="58C878"/>
              </a:solidFill>
              <a:latin typeface="ADLaM Display"/>
              <a:ea typeface="ADLaM Display"/>
              <a:cs typeface="ADLaM Display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E81043A-9389-6E05-BA2A-C25609B2F9F0}"/>
              </a:ext>
            </a:extLst>
          </p:cNvPr>
          <p:cNvSpPr/>
          <p:nvPr/>
        </p:nvSpPr>
        <p:spPr>
          <a:xfrm>
            <a:off x="6875076" y="3916039"/>
            <a:ext cx="4149345" cy="115758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Bring people together to clean up the environment.</a:t>
            </a:r>
          </a:p>
          <a:p>
            <a:endParaRPr lang="en-GB" sz="2800">
              <a:solidFill>
                <a:srgbClr val="58C878"/>
              </a:solidFill>
              <a:latin typeface="ADLaM Display"/>
              <a:ea typeface="ADLaM Display"/>
              <a:cs typeface="ADLaM Display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A6773FE-1FDD-6D16-C0E3-060CB3C83F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pic>
        <p:nvPicPr>
          <p:cNvPr id="32" name="Graphic 31" descr="Circle with left arrow outline">
            <a:extLst>
              <a:ext uri="{FF2B5EF4-FFF2-40B4-BE49-F238E27FC236}">
                <a16:creationId xmlns:a16="http://schemas.microsoft.com/office/drawing/2014/main" id="{ADA3AC4C-23F8-A842-1BB7-83412D174A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2726" y="3922420"/>
            <a:ext cx="678121" cy="678121"/>
          </a:xfrm>
          <a:prstGeom prst="rect">
            <a:avLst/>
          </a:prstGeom>
        </p:spPr>
      </p:pic>
      <p:pic>
        <p:nvPicPr>
          <p:cNvPr id="33" name="Graphic 32" descr="Circle with left arrow outline">
            <a:extLst>
              <a:ext uri="{FF2B5EF4-FFF2-40B4-BE49-F238E27FC236}">
                <a16:creationId xmlns:a16="http://schemas.microsoft.com/office/drawing/2014/main" id="{E8F65909-5A61-8B85-ED16-D0C82FA41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1267" y="4569621"/>
            <a:ext cx="678121" cy="678121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6D696F91-C470-F52B-2FA8-0D1D15BB12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95375" y="-565926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3368BE-8274-0CEC-57F0-DCFE8B787C14}"/>
              </a:ext>
            </a:extLst>
          </p:cNvPr>
          <p:cNvSpPr/>
          <p:nvPr/>
        </p:nvSpPr>
        <p:spPr>
          <a:xfrm>
            <a:off x="4811378" y="7447631"/>
            <a:ext cx="2569244" cy="2944201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4A53A0-29F9-3B91-B73C-C3CAA5AF6345}"/>
              </a:ext>
            </a:extLst>
          </p:cNvPr>
          <p:cNvSpPr/>
          <p:nvPr/>
        </p:nvSpPr>
        <p:spPr>
          <a:xfrm>
            <a:off x="4035358" y="-1860305"/>
            <a:ext cx="5309937" cy="17653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5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problem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657040-3FBB-B9B7-F286-9149FD33D7EE}"/>
              </a:ext>
            </a:extLst>
          </p:cNvPr>
          <p:cNvSpPr txBox="1">
            <a:spLocks/>
          </p:cNvSpPr>
          <p:nvPr/>
        </p:nvSpPr>
        <p:spPr>
          <a:xfrm>
            <a:off x="1866353" y="6896040"/>
            <a:ext cx="2188367" cy="14667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GB" sz="15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“A third of young people (10 to 19) said they felt alone or lonely some of the time”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534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 animBg="1"/>
      <p:bldP spid="9" grpId="0" animBg="1"/>
      <p:bldP spid="17" grpId="0"/>
      <p:bldP spid="18" grpId="0"/>
      <p:bldP spid="19" grpId="0"/>
      <p:bldP spid="29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FFC53A-0E43-902A-5F8A-969867BDAA53}"/>
              </a:ext>
            </a:extLst>
          </p:cNvPr>
          <p:cNvSpPr/>
          <p:nvPr/>
        </p:nvSpPr>
        <p:spPr>
          <a:xfrm>
            <a:off x="0" y="-14158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494A4F-7E1B-2D5D-1C8D-E692E6CC61A2}"/>
              </a:ext>
            </a:extLst>
          </p:cNvPr>
          <p:cNvPicPr/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003F7D6-D133-10AA-3E59-89F3FD677EDB}"/>
              </a:ext>
            </a:extLst>
          </p:cNvPr>
          <p:cNvSpPr/>
          <p:nvPr/>
        </p:nvSpPr>
        <p:spPr>
          <a:xfrm>
            <a:off x="-1052763" y="5283914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E0468-9991-03F4-C098-22D41AD7D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3762" y="4430842"/>
            <a:ext cx="2105526" cy="66007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next generation</a:t>
            </a:r>
            <a:endParaRPr lang="en-GB">
              <a:solidFill>
                <a:srgbClr val="54251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182A4-5C79-9926-3028-124A2BED7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-3300516"/>
            <a:ext cx="3324230" cy="332423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4CBE05-1B67-CA70-616B-EC71C46613FD}"/>
              </a:ext>
            </a:extLst>
          </p:cNvPr>
          <p:cNvSpPr txBox="1">
            <a:spLocks/>
          </p:cNvSpPr>
          <p:nvPr/>
        </p:nvSpPr>
        <p:spPr>
          <a:xfrm>
            <a:off x="2129383" y="1853517"/>
            <a:ext cx="7933233" cy="864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Futwell realised that sustainability wasn’t just about the </a:t>
            </a:r>
            <a:r>
              <a:rPr lang="en-GB" sz="2400" b="1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ENVIRONMENT</a:t>
            </a: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or our </a:t>
            </a:r>
            <a:r>
              <a:rPr lang="en-GB" sz="2400" b="1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ANIMALS</a:t>
            </a: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63FEDF-B9B8-B308-D769-A7BF5A09F897}"/>
              </a:ext>
            </a:extLst>
          </p:cNvPr>
          <p:cNvSpPr txBox="1">
            <a:spLocks/>
          </p:cNvSpPr>
          <p:nvPr/>
        </p:nvSpPr>
        <p:spPr>
          <a:xfrm>
            <a:off x="5213935" y="4782090"/>
            <a:ext cx="1823787" cy="931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Teenagers</a:t>
            </a:r>
          </a:p>
          <a:p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D28AF0-E7CD-1A7E-E18D-4665637D9503}"/>
              </a:ext>
            </a:extLst>
          </p:cNvPr>
          <p:cNvSpPr txBox="1">
            <a:spLocks/>
          </p:cNvSpPr>
          <p:nvPr/>
        </p:nvSpPr>
        <p:spPr>
          <a:xfrm>
            <a:off x="2213998" y="4337532"/>
            <a:ext cx="1426620" cy="1264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2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Gov.uk</a:t>
            </a:r>
          </a:p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DF0738-5829-1AAF-AFCC-F77D6FE8F028}"/>
              </a:ext>
            </a:extLst>
          </p:cNvPr>
          <p:cNvSpPr/>
          <p:nvPr/>
        </p:nvSpPr>
        <p:spPr>
          <a:xfrm>
            <a:off x="8030828" y="2929985"/>
            <a:ext cx="2569244" cy="3573580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12A3849-7FF6-0C78-8BBE-859805847FC2}"/>
              </a:ext>
            </a:extLst>
          </p:cNvPr>
          <p:cNvSpPr/>
          <p:nvPr/>
        </p:nvSpPr>
        <p:spPr>
          <a:xfrm>
            <a:off x="4005513" y="348232"/>
            <a:ext cx="5309937" cy="17653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5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problem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4EB516-9500-4696-2C9A-EFAC57BEB56A}"/>
              </a:ext>
            </a:extLst>
          </p:cNvPr>
          <p:cNvSpPr/>
          <p:nvPr/>
        </p:nvSpPr>
        <p:spPr>
          <a:xfrm>
            <a:off x="1591928" y="4223456"/>
            <a:ext cx="2569244" cy="2339562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4BC465-5B7C-161E-732C-6CF82B82A689}"/>
              </a:ext>
            </a:extLst>
          </p:cNvPr>
          <p:cNvSpPr/>
          <p:nvPr/>
        </p:nvSpPr>
        <p:spPr>
          <a:xfrm>
            <a:off x="4797341" y="3618817"/>
            <a:ext cx="2569244" cy="2944201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Graphic 17" descr="Man with kid outline">
            <a:extLst>
              <a:ext uri="{FF2B5EF4-FFF2-40B4-BE49-F238E27FC236}">
                <a16:creationId xmlns:a16="http://schemas.microsoft.com/office/drawing/2014/main" id="{AD5BD64F-1ED3-A79D-22C1-224CFE49E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5555" y="3261967"/>
            <a:ext cx="914400" cy="914400"/>
          </a:xfrm>
          <a:prstGeom prst="rect">
            <a:avLst/>
          </a:prstGeom>
        </p:spPr>
      </p:pic>
      <p:pic>
        <p:nvPicPr>
          <p:cNvPr id="20" name="Graphic 19" descr="Children outline">
            <a:extLst>
              <a:ext uri="{FF2B5EF4-FFF2-40B4-BE49-F238E27FC236}">
                <a16:creationId xmlns:a16="http://schemas.microsoft.com/office/drawing/2014/main" id="{566B4CD1-0C2B-0CF1-488F-9E3D5261F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7197" y="3880332"/>
            <a:ext cx="914400" cy="914400"/>
          </a:xfrm>
          <a:prstGeom prst="rect">
            <a:avLst/>
          </a:prstGeom>
        </p:spPr>
      </p:pic>
      <p:pic>
        <p:nvPicPr>
          <p:cNvPr id="22" name="Graphic 21" descr="Court outline">
            <a:extLst>
              <a:ext uri="{FF2B5EF4-FFF2-40B4-BE49-F238E27FC236}">
                <a16:creationId xmlns:a16="http://schemas.microsoft.com/office/drawing/2014/main" id="{E5D0F87E-FADB-9286-EADA-FD7CCD3F6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0909" y="4607173"/>
            <a:ext cx="637551" cy="637551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23C7F59-4159-A916-9317-8A5F3AE4C169}"/>
              </a:ext>
            </a:extLst>
          </p:cNvPr>
          <p:cNvSpPr txBox="1">
            <a:spLocks/>
          </p:cNvSpPr>
          <p:nvPr/>
        </p:nvSpPr>
        <p:spPr>
          <a:xfrm>
            <a:off x="1866353" y="4884361"/>
            <a:ext cx="2188367" cy="14667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GB" sz="15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“A third of young people (10 to 19) said they felt alone or lonely some of the time”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408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6989B2-45B8-691B-93C1-1BE6145F24AC}"/>
              </a:ext>
            </a:extLst>
          </p:cNvPr>
          <p:cNvSpPr/>
          <p:nvPr/>
        </p:nvSpPr>
        <p:spPr>
          <a:xfrm>
            <a:off x="0" y="-14158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0E5565-0E44-F107-6CF5-C609ECE95779}"/>
              </a:ext>
            </a:extLst>
          </p:cNvPr>
          <p:cNvSpPr/>
          <p:nvPr/>
        </p:nvSpPr>
        <p:spPr>
          <a:xfrm>
            <a:off x="10872537" y="5469114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FC5C77F-F49A-E04F-C788-BA2035E41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Our Solution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DB87F8-7504-1C41-F834-700BD8F78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144884"/>
            <a:ext cx="3469292" cy="346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09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C87B-49E8-527B-19C1-484EEAD2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B3F11-AABC-0917-5B15-CFF4348F67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4158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C37E5-5634-50F6-CDFD-898C18C25E6A}"/>
              </a:ext>
            </a:extLst>
          </p:cNvPr>
          <p:cNvPicPr/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0BCE545-31D5-A5EC-65E4-BEA65B949659}"/>
              </a:ext>
            </a:extLst>
          </p:cNvPr>
          <p:cNvSpPr/>
          <p:nvPr/>
        </p:nvSpPr>
        <p:spPr>
          <a:xfrm>
            <a:off x="-1052763" y="5321786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0C231DC-FFF2-A374-10CB-6259EEDF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Our Solution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91D3A7-941E-F218-53E4-A854A9FCD916}"/>
              </a:ext>
            </a:extLst>
          </p:cNvPr>
          <p:cNvSpPr txBox="1">
            <a:spLocks/>
          </p:cNvSpPr>
          <p:nvPr/>
        </p:nvSpPr>
        <p:spPr>
          <a:xfrm>
            <a:off x="445667" y="1964525"/>
            <a:ext cx="8698334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 identified an opportunity to use Futwell's foundation to create something specifically for young people.</a:t>
            </a:r>
          </a:p>
          <a:p>
            <a:pPr marL="0" indent="0">
              <a:buNone/>
            </a:pPr>
            <a:endPara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E7EB0F-5EC2-F584-EE5A-03F5466B58B9}"/>
              </a:ext>
            </a:extLst>
          </p:cNvPr>
          <p:cNvSpPr txBox="1">
            <a:spLocks/>
          </p:cNvSpPr>
          <p:nvPr/>
        </p:nvSpPr>
        <p:spPr>
          <a:xfrm>
            <a:off x="445667" y="5263160"/>
            <a:ext cx="8132363" cy="1369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 created A social platform designed for teenagers aged 13–17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712DD28-679C-CDC7-D40D-708CA23DF44C}"/>
              </a:ext>
            </a:extLst>
          </p:cNvPr>
          <p:cNvSpPr txBox="1">
            <a:spLocks/>
          </p:cNvSpPr>
          <p:nvPr/>
        </p:nvSpPr>
        <p:spPr>
          <a:xfrm>
            <a:off x="2252346" y="351463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Our aim is to give teenagers a safe space to connect, discover activities, join events, volunteer, and build positive experiences together.</a:t>
            </a:r>
          </a:p>
          <a:p>
            <a:pPr marL="0" indent="0">
              <a:buNone/>
            </a:pPr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3A8958-D1EF-5B7C-D211-351068726B29}"/>
              </a:ext>
            </a:extLst>
          </p:cNvPr>
          <p:cNvSpPr/>
          <p:nvPr/>
        </p:nvSpPr>
        <p:spPr>
          <a:xfrm>
            <a:off x="222833" y="1790482"/>
            <a:ext cx="9519987" cy="1325563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CC5F65-B2A4-EF87-C12C-5A9E95BA0B6D}"/>
              </a:ext>
            </a:extLst>
          </p:cNvPr>
          <p:cNvSpPr/>
          <p:nvPr/>
        </p:nvSpPr>
        <p:spPr>
          <a:xfrm>
            <a:off x="222833" y="4939993"/>
            <a:ext cx="9519987" cy="1524113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30B3E9D-D2D7-C697-AF79-410591ABB218}"/>
              </a:ext>
            </a:extLst>
          </p:cNvPr>
          <p:cNvSpPr/>
          <p:nvPr/>
        </p:nvSpPr>
        <p:spPr>
          <a:xfrm>
            <a:off x="1835065" y="3414842"/>
            <a:ext cx="10244640" cy="1252846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Graphic 18" descr="Cycle with people outline">
            <a:extLst>
              <a:ext uri="{FF2B5EF4-FFF2-40B4-BE49-F238E27FC236}">
                <a16:creationId xmlns:a16="http://schemas.microsoft.com/office/drawing/2014/main" id="{D80256E2-54F0-DC05-920C-AE2D98D67D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88487" y="5157173"/>
            <a:ext cx="1112259" cy="1112259"/>
          </a:xfrm>
          <a:prstGeom prst="rect">
            <a:avLst/>
          </a:prstGeom>
        </p:spPr>
      </p:pic>
      <p:pic>
        <p:nvPicPr>
          <p:cNvPr id="21" name="Graphic 20" descr="Dance outline">
            <a:extLst>
              <a:ext uri="{FF2B5EF4-FFF2-40B4-BE49-F238E27FC236}">
                <a16:creationId xmlns:a16="http://schemas.microsoft.com/office/drawing/2014/main" id="{23E53A3E-2868-0262-7262-DE0CE7AA1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3010" y="1915559"/>
            <a:ext cx="914400" cy="914400"/>
          </a:xfrm>
          <a:prstGeom prst="rect">
            <a:avLst/>
          </a:prstGeom>
        </p:spPr>
      </p:pic>
      <p:pic>
        <p:nvPicPr>
          <p:cNvPr id="23" name="Graphic 22" descr="Bullseye outline">
            <a:extLst>
              <a:ext uri="{FF2B5EF4-FFF2-40B4-BE49-F238E27FC236}">
                <a16:creationId xmlns:a16="http://schemas.microsoft.com/office/drawing/2014/main" id="{C6AFC55F-AA4B-1E54-234A-2922935F14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848" y="3562393"/>
            <a:ext cx="914400" cy="9144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77BB28F-885A-FB9D-9013-D1BF4AECB1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4490">
            <a:off x="7203413" y="7173418"/>
            <a:ext cx="2293200" cy="47427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1EDF069-517E-80FC-67C8-D94A0837DF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50" t="-721" r="24850"/>
          <a:stretch>
            <a:fillRect/>
          </a:stretch>
        </p:blipFill>
        <p:spPr>
          <a:xfrm rot="16619">
            <a:off x="5257021" y="7662555"/>
            <a:ext cx="2212744" cy="44256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6D81ECB-8815-F9D6-D68C-0CA7C5CDEB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2" t="1789" r="52235"/>
          <a:stretch>
            <a:fillRect/>
          </a:stretch>
        </p:blipFill>
        <p:spPr>
          <a:xfrm rot="20931717">
            <a:off x="3512896" y="8384999"/>
            <a:ext cx="2019600" cy="40048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9D15014-67A4-1B02-1D5F-5C5B4E8197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68" r="80459"/>
          <a:stretch>
            <a:fillRect/>
          </a:stretch>
        </p:blipFill>
        <p:spPr>
          <a:xfrm rot="20369544">
            <a:off x="2050439" y="9520889"/>
            <a:ext cx="1856945" cy="39893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4763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1" grpId="0" animBg="1"/>
      <p:bldP spid="12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CD0B-3021-4F10-562C-888152E5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4F05D4-4829-AF0E-66C6-CF655A6796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471A9-D506-2D80-69C1-89A06808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>
                <a:solidFill>
                  <a:srgbClr val="3A1A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How Youth Vybe Works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CA1645D-11E9-5BB1-07CA-33A66452DFCA}"/>
              </a:ext>
            </a:extLst>
          </p:cNvPr>
          <p:cNvPicPr/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AAEF39C-71B0-E017-B248-E8D020834258}"/>
              </a:ext>
            </a:extLst>
          </p:cNvPr>
          <p:cNvSpPr/>
          <p:nvPr/>
        </p:nvSpPr>
        <p:spPr>
          <a:xfrm>
            <a:off x="-1052763" y="-926614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B628D84-B101-BE57-E957-8E808F62A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64490">
            <a:off x="7552523" y="1135278"/>
            <a:ext cx="2606400" cy="53905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6013EDD-6FF8-FBBE-1361-70124976E0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50" t="-721" r="24850"/>
          <a:stretch>
            <a:fillRect/>
          </a:stretch>
        </p:blipFill>
        <p:spPr>
          <a:xfrm rot="16619">
            <a:off x="5658464" y="1176099"/>
            <a:ext cx="2517465" cy="50351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DCC984-8A1A-5C2F-7E5D-F72D7977D3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2" t="1789" r="52235"/>
          <a:stretch>
            <a:fillRect/>
          </a:stretch>
        </p:blipFill>
        <p:spPr>
          <a:xfrm rot="20931717">
            <a:off x="3923657" y="1513431"/>
            <a:ext cx="2300400" cy="45617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8DC6DB9-F91B-66A0-E275-230908F0D2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68" r="80459"/>
          <a:stretch>
            <a:fillRect/>
          </a:stretch>
        </p:blipFill>
        <p:spPr>
          <a:xfrm rot="20369544">
            <a:off x="2346075" y="1886519"/>
            <a:ext cx="2112669" cy="45387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B433F2-6958-E917-14F3-D1235809ADF6}"/>
              </a:ext>
            </a:extLst>
          </p:cNvPr>
          <p:cNvSpPr>
            <a:spLocks/>
          </p:cNvSpPr>
          <p:nvPr/>
        </p:nvSpPr>
        <p:spPr>
          <a:xfrm>
            <a:off x="402974" y="8038458"/>
            <a:ext cx="2327588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69570F0-7CA0-62B2-7A7C-B18EB5C9C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895" y="8540289"/>
            <a:ext cx="2215896" cy="36512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22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Add Friends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543A65-9D09-7C67-30C4-68EEA787C420}"/>
              </a:ext>
            </a:extLst>
          </p:cNvPr>
          <p:cNvSpPr txBox="1">
            <a:spLocks/>
          </p:cNvSpPr>
          <p:nvPr/>
        </p:nvSpPr>
        <p:spPr>
          <a:xfrm>
            <a:off x="298390" y="-5499510"/>
            <a:ext cx="8698334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 identified an opportunity to use Futwell's foundation to create something specifically for young people.</a:t>
            </a:r>
          </a:p>
          <a:p>
            <a:pPr marL="0" indent="0">
              <a:buNone/>
            </a:pPr>
            <a:endParaRPr lang="en-GB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38AB63-93C2-6169-6C0E-692EF448AD63}"/>
              </a:ext>
            </a:extLst>
          </p:cNvPr>
          <p:cNvSpPr txBox="1">
            <a:spLocks/>
          </p:cNvSpPr>
          <p:nvPr/>
        </p:nvSpPr>
        <p:spPr>
          <a:xfrm>
            <a:off x="165040" y="-2200875"/>
            <a:ext cx="8132363" cy="1369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 created A social platform designed for teenagers aged 13–17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EACBA0B-C5EA-DB10-9B76-F27F64C39D04}"/>
              </a:ext>
            </a:extLst>
          </p:cNvPr>
          <p:cNvSpPr txBox="1">
            <a:spLocks/>
          </p:cNvSpPr>
          <p:nvPr/>
        </p:nvSpPr>
        <p:spPr>
          <a:xfrm>
            <a:off x="4105319" y="-39493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Our aim is to give teenagers a safe space to connect, discover activities, join events, volunteer, and build positive experiences together.</a:t>
            </a:r>
          </a:p>
          <a:p>
            <a:pPr marL="0" indent="0">
              <a:buNone/>
            </a:pPr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CB4B691-205A-5EC5-C908-CB5441F66038}"/>
              </a:ext>
            </a:extLst>
          </p:cNvPr>
          <p:cNvSpPr/>
          <p:nvPr/>
        </p:nvSpPr>
        <p:spPr>
          <a:xfrm>
            <a:off x="75556" y="-5673553"/>
            <a:ext cx="9519987" cy="1325563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EC7571-BE10-E028-2967-83F8E4D0FCE1}"/>
              </a:ext>
            </a:extLst>
          </p:cNvPr>
          <p:cNvSpPr/>
          <p:nvPr/>
        </p:nvSpPr>
        <p:spPr>
          <a:xfrm>
            <a:off x="-57794" y="-2524042"/>
            <a:ext cx="9519987" cy="1524113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F0FF96B-0C1D-6567-35AE-2DA1A63FCCD5}"/>
              </a:ext>
            </a:extLst>
          </p:cNvPr>
          <p:cNvSpPr/>
          <p:nvPr/>
        </p:nvSpPr>
        <p:spPr>
          <a:xfrm>
            <a:off x="3688038" y="-4049193"/>
            <a:ext cx="10244640" cy="1252846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Graphic 17" descr="Cycle with people outline">
            <a:extLst>
              <a:ext uri="{FF2B5EF4-FFF2-40B4-BE49-F238E27FC236}">
                <a16:creationId xmlns:a16="http://schemas.microsoft.com/office/drawing/2014/main" id="{580F8394-C6AE-D64C-3DB4-4DC86AE53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7860" y="-2306862"/>
            <a:ext cx="1112259" cy="1112259"/>
          </a:xfrm>
          <a:prstGeom prst="rect">
            <a:avLst/>
          </a:prstGeom>
        </p:spPr>
      </p:pic>
      <p:pic>
        <p:nvPicPr>
          <p:cNvPr id="19" name="Graphic 18" descr="Dance outline">
            <a:extLst>
              <a:ext uri="{FF2B5EF4-FFF2-40B4-BE49-F238E27FC236}">
                <a16:creationId xmlns:a16="http://schemas.microsoft.com/office/drawing/2014/main" id="{D2C1396A-B18F-08A2-2872-C6AE69A801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05733" y="-5548476"/>
            <a:ext cx="914400" cy="914400"/>
          </a:xfrm>
          <a:prstGeom prst="rect">
            <a:avLst/>
          </a:prstGeom>
        </p:spPr>
      </p:pic>
      <p:pic>
        <p:nvPicPr>
          <p:cNvPr id="20" name="Graphic 19" descr="Bullseye outline">
            <a:extLst>
              <a:ext uri="{FF2B5EF4-FFF2-40B4-BE49-F238E27FC236}">
                <a16:creationId xmlns:a16="http://schemas.microsoft.com/office/drawing/2014/main" id="{BE004C4A-45C4-9BB5-F0AC-62CC759DE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96821" y="-39016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70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27584-F1C7-BD6F-2604-FD9FD550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C71283-3677-CAAA-206E-7C3D4070442F}"/>
              </a:ext>
            </a:extLst>
          </p:cNvPr>
          <p:cNvSpPr/>
          <p:nvPr/>
        </p:nvSpPr>
        <p:spPr>
          <a:xfrm>
            <a:off x="0" y="-4938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BCFEB0-F6A8-4FFC-3865-7F5A5559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>
                <a:solidFill>
                  <a:srgbClr val="3A1A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Features of Youth Vybe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764D9F-9096-A795-35AE-DAA1FA5BA622}"/>
              </a:ext>
            </a:extLst>
          </p:cNvPr>
          <p:cNvSpPr>
            <a:spLocks/>
          </p:cNvSpPr>
          <p:nvPr/>
        </p:nvSpPr>
        <p:spPr>
          <a:xfrm>
            <a:off x="936374" y="1542408"/>
            <a:ext cx="2327588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D2D753-6824-D92E-EE5F-4E1E606D50B8}"/>
              </a:ext>
            </a:extLst>
          </p:cNvPr>
          <p:cNvSpPr/>
          <p:nvPr/>
        </p:nvSpPr>
        <p:spPr>
          <a:xfrm>
            <a:off x="2585724" y="3096658"/>
            <a:ext cx="2327588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56ED5E-CB44-2E27-9696-D300D12CCEDC}"/>
              </a:ext>
            </a:extLst>
          </p:cNvPr>
          <p:cNvSpPr/>
          <p:nvPr/>
        </p:nvSpPr>
        <p:spPr>
          <a:xfrm>
            <a:off x="1090780" y="4691663"/>
            <a:ext cx="2327588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127E7E-43E9-0797-1AA7-CC9BBBF26D8C}"/>
              </a:ext>
            </a:extLst>
          </p:cNvPr>
          <p:cNvSpPr txBox="1">
            <a:spLocks/>
          </p:cNvSpPr>
          <p:nvPr/>
        </p:nvSpPr>
        <p:spPr>
          <a:xfrm>
            <a:off x="1142583" y="5149036"/>
            <a:ext cx="2249694" cy="561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 interests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903A34-4FDA-427E-B051-525D7F1133C9}"/>
              </a:ext>
            </a:extLst>
          </p:cNvPr>
          <p:cNvSpPr/>
          <p:nvPr/>
        </p:nvSpPr>
        <p:spPr>
          <a:xfrm>
            <a:off x="4743089" y="4691663"/>
            <a:ext cx="2327588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3690B8-3F3F-420D-DC17-C473D39A6655}"/>
              </a:ext>
            </a:extLst>
          </p:cNvPr>
          <p:cNvSpPr txBox="1">
            <a:spLocks/>
          </p:cNvSpPr>
          <p:nvPr/>
        </p:nvSpPr>
        <p:spPr>
          <a:xfrm>
            <a:off x="2585724" y="3480810"/>
            <a:ext cx="2327587" cy="663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View mutual friends</a:t>
            </a:r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38705-B72C-002F-B725-77404468A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295" y="2044239"/>
            <a:ext cx="2215896" cy="36512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22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Add Friends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DBF5B7D-B819-BCA1-F4C9-9F9B2B47BB0E}"/>
              </a:ext>
            </a:extLst>
          </p:cNvPr>
          <p:cNvSpPr txBox="1">
            <a:spLocks/>
          </p:cNvSpPr>
          <p:nvPr/>
        </p:nvSpPr>
        <p:spPr>
          <a:xfrm>
            <a:off x="4715538" y="4953267"/>
            <a:ext cx="2327587" cy="813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Join youth groups</a:t>
            </a:r>
          </a:p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4C8149-6491-4518-066A-A3E8CCE1A47D}"/>
              </a:ext>
            </a:extLst>
          </p:cNvPr>
          <p:cNvPicPr/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3F39CC9-9DA3-68F6-FA23-991264A3D1D6}"/>
              </a:ext>
            </a:extLst>
          </p:cNvPr>
          <p:cNvCxnSpPr>
            <a:cxnSpLocks/>
          </p:cNvCxnSpPr>
          <p:nvPr/>
        </p:nvCxnSpPr>
        <p:spPr>
          <a:xfrm>
            <a:off x="3299214" y="2146042"/>
            <a:ext cx="4874577" cy="768096"/>
          </a:xfrm>
          <a:prstGeom prst="bentConnector3">
            <a:avLst/>
          </a:prstGeom>
          <a:ln>
            <a:solidFill>
              <a:srgbClr val="3A1A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53A5198-5D29-E567-EDAC-4F175EA11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68" r="80459"/>
          <a:stretch>
            <a:fillRect/>
          </a:stretch>
        </p:blipFill>
        <p:spPr>
          <a:xfrm rot="164479">
            <a:off x="8018506" y="1279834"/>
            <a:ext cx="2157983" cy="46360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AF92E51-4B0A-31FE-D77D-2462879B930B}"/>
              </a:ext>
            </a:extLst>
          </p:cNvPr>
          <p:cNvCxnSpPr>
            <a:cxnSpLocks/>
          </p:cNvCxnSpPr>
          <p:nvPr/>
        </p:nvCxnSpPr>
        <p:spPr>
          <a:xfrm flipV="1">
            <a:off x="4913311" y="3429000"/>
            <a:ext cx="3218753" cy="399412"/>
          </a:xfrm>
          <a:prstGeom prst="bentConnector3">
            <a:avLst/>
          </a:prstGeom>
          <a:ln>
            <a:solidFill>
              <a:srgbClr val="3A1A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643F2A6C-88CC-0FEA-CD2A-0E301E8D13BC}"/>
              </a:ext>
            </a:extLst>
          </p:cNvPr>
          <p:cNvCxnSpPr>
            <a:cxnSpLocks/>
            <a:stCxn id="7" idx="2"/>
          </p:cNvCxnSpPr>
          <p:nvPr/>
        </p:nvCxnSpPr>
        <p:spPr>
          <a:xfrm rot="5400000" flipH="1" flipV="1">
            <a:off x="5286101" y="1150436"/>
            <a:ext cx="1835262" cy="7898317"/>
          </a:xfrm>
          <a:prstGeom prst="bentConnector4">
            <a:avLst>
              <a:gd name="adj1" fmla="val -20926"/>
              <a:gd name="adj2" fmla="val 109001"/>
            </a:avLst>
          </a:prstGeom>
          <a:ln>
            <a:solidFill>
              <a:srgbClr val="3A1A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F0B41E1-F4D7-B00A-8657-7B1E353F341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98984" y="3618088"/>
            <a:ext cx="269442" cy="1877709"/>
          </a:xfrm>
          <a:prstGeom prst="bentConnector2">
            <a:avLst/>
          </a:prstGeom>
          <a:ln>
            <a:solidFill>
              <a:srgbClr val="3A1A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A3F464C-2CE2-638C-9DD7-1C03431681EF}"/>
              </a:ext>
            </a:extLst>
          </p:cNvPr>
          <p:cNvSpPr/>
          <p:nvPr/>
        </p:nvSpPr>
        <p:spPr>
          <a:xfrm>
            <a:off x="-1052763" y="5855186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3C0C3-5B98-AA18-952B-7388FCFB1220}"/>
              </a:ext>
            </a:extLst>
          </p:cNvPr>
          <p:cNvSpPr txBox="1"/>
          <p:nvPr/>
        </p:nvSpPr>
        <p:spPr>
          <a:xfrm>
            <a:off x="4387737" y="1310206"/>
            <a:ext cx="3416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Find your Vybe</a:t>
            </a:r>
          </a:p>
        </p:txBody>
      </p:sp>
    </p:spTree>
    <p:extLst>
      <p:ext uri="{BB962C8B-B14F-4D97-AF65-F5344CB8AC3E}">
        <p14:creationId xmlns:p14="http://schemas.microsoft.com/office/powerpoint/2010/main" val="1819186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/>
      <p:bldP spid="15" grpId="0" animBg="1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69EBD-7A81-FA7A-2E47-38E53B2B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8F187F-3D6B-91DE-2AD3-FE58D0D539C0}"/>
              </a:ext>
            </a:extLst>
          </p:cNvPr>
          <p:cNvSpPr/>
          <p:nvPr/>
        </p:nvSpPr>
        <p:spPr>
          <a:xfrm>
            <a:off x="0" y="-4938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8CFF2-0DC6-BFFC-1E92-A5E8216D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>
                <a:solidFill>
                  <a:srgbClr val="3A1A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Features of Youth Vybe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01FBF8-0C8A-B5C2-177F-FE0DE9517096}"/>
              </a:ext>
            </a:extLst>
          </p:cNvPr>
          <p:cNvSpPr>
            <a:spLocks/>
          </p:cNvSpPr>
          <p:nvPr/>
        </p:nvSpPr>
        <p:spPr>
          <a:xfrm>
            <a:off x="678740" y="1542408"/>
            <a:ext cx="2327588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EF7507-4B37-6C5F-C450-C6BE68EE712B}"/>
              </a:ext>
            </a:extLst>
          </p:cNvPr>
          <p:cNvSpPr/>
          <p:nvPr/>
        </p:nvSpPr>
        <p:spPr>
          <a:xfrm>
            <a:off x="2328090" y="3096658"/>
            <a:ext cx="2327588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25D005-2197-87BB-7F5C-AD7CFBFD961F}"/>
              </a:ext>
            </a:extLst>
          </p:cNvPr>
          <p:cNvSpPr/>
          <p:nvPr/>
        </p:nvSpPr>
        <p:spPr>
          <a:xfrm>
            <a:off x="833146" y="4691663"/>
            <a:ext cx="2327588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D248D7-582D-0938-D9FF-4C490DE314A7}"/>
              </a:ext>
            </a:extLst>
          </p:cNvPr>
          <p:cNvSpPr txBox="1">
            <a:spLocks/>
          </p:cNvSpPr>
          <p:nvPr/>
        </p:nvSpPr>
        <p:spPr>
          <a:xfrm>
            <a:off x="884949" y="5149036"/>
            <a:ext cx="2249694" cy="561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Volunteering</a:t>
            </a:r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59D73D-8D4A-DAF2-ABEC-A9A3E0695E2A}"/>
              </a:ext>
            </a:extLst>
          </p:cNvPr>
          <p:cNvSpPr/>
          <p:nvPr/>
        </p:nvSpPr>
        <p:spPr>
          <a:xfrm>
            <a:off x="4485455" y="4691663"/>
            <a:ext cx="2327588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ADB824-9D9D-2E0F-FF68-80ED1D98ECE3}"/>
              </a:ext>
            </a:extLst>
          </p:cNvPr>
          <p:cNvSpPr txBox="1">
            <a:spLocks/>
          </p:cNvSpPr>
          <p:nvPr/>
        </p:nvSpPr>
        <p:spPr>
          <a:xfrm>
            <a:off x="2328090" y="3480810"/>
            <a:ext cx="2327587" cy="663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Recreation Centres</a:t>
            </a:r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5CF0E-B826-23D2-82EF-61E0D7BC8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661" y="2044239"/>
            <a:ext cx="2215896" cy="36512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22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Events</a:t>
            </a:r>
          </a:p>
          <a:p>
            <a:pPr marL="0" indent="0">
              <a:buNone/>
            </a:pP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3DC7DF-D5E9-C2DB-E6CE-6B6D10035AEB}"/>
              </a:ext>
            </a:extLst>
          </p:cNvPr>
          <p:cNvSpPr txBox="1">
            <a:spLocks/>
          </p:cNvSpPr>
          <p:nvPr/>
        </p:nvSpPr>
        <p:spPr>
          <a:xfrm>
            <a:off x="4498537" y="5061097"/>
            <a:ext cx="2327588" cy="737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8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Environmental Activities</a:t>
            </a:r>
          </a:p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ED9926-CD69-6A2B-B419-745868EC34DF}"/>
              </a:ext>
            </a:extLst>
          </p:cNvPr>
          <p:cNvPicPr/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9B487D1-14B3-F827-E210-63635780150C}"/>
              </a:ext>
            </a:extLst>
          </p:cNvPr>
          <p:cNvSpPr/>
          <p:nvPr/>
        </p:nvSpPr>
        <p:spPr>
          <a:xfrm>
            <a:off x="11063037" y="5855186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C4E89A8-73D4-80AA-F922-F3BFF632C5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50" t="-721" r="24850"/>
          <a:stretch>
            <a:fillRect/>
          </a:stretch>
        </p:blipFill>
        <p:spPr>
          <a:xfrm rot="21082041">
            <a:off x="4729574" y="8230601"/>
            <a:ext cx="2324557" cy="46492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6DAFAA-60C9-E819-7E1A-68250E0E4A0A}"/>
              </a:ext>
            </a:extLst>
          </p:cNvPr>
          <p:cNvSpPr txBox="1"/>
          <p:nvPr/>
        </p:nvSpPr>
        <p:spPr>
          <a:xfrm>
            <a:off x="4107996" y="1204664"/>
            <a:ext cx="3976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Discover &amp; Participate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8B4A681-2488-A0DF-5801-EE6E755F28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2" t="1789" r="52235"/>
          <a:stretch>
            <a:fillRect/>
          </a:stretch>
        </p:blipFill>
        <p:spPr>
          <a:xfrm rot="199337">
            <a:off x="7893622" y="1261956"/>
            <a:ext cx="2348761" cy="46576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C8FFD5F-3B6F-F093-4901-F1B231183F13}"/>
              </a:ext>
            </a:extLst>
          </p:cNvPr>
          <p:cNvCxnSpPr>
            <a:cxnSpLocks/>
            <a:stCxn id="7" idx="2"/>
          </p:cNvCxnSpPr>
          <p:nvPr/>
        </p:nvCxnSpPr>
        <p:spPr>
          <a:xfrm rot="5400000" flipH="1" flipV="1">
            <a:off x="5028467" y="1150436"/>
            <a:ext cx="1835262" cy="7898317"/>
          </a:xfrm>
          <a:prstGeom prst="bentConnector4">
            <a:avLst>
              <a:gd name="adj1" fmla="val -20926"/>
              <a:gd name="adj2" fmla="val 108817"/>
            </a:avLst>
          </a:prstGeom>
          <a:ln>
            <a:solidFill>
              <a:srgbClr val="3A1A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705B783-0678-4B7C-C2D0-F1DCE6FD0705}"/>
              </a:ext>
            </a:extLst>
          </p:cNvPr>
          <p:cNvCxnSpPr>
            <a:cxnSpLocks/>
          </p:cNvCxnSpPr>
          <p:nvPr/>
        </p:nvCxnSpPr>
        <p:spPr>
          <a:xfrm flipV="1">
            <a:off x="4655677" y="3536060"/>
            <a:ext cx="4909232" cy="292352"/>
          </a:xfrm>
          <a:prstGeom prst="bentConnector3">
            <a:avLst>
              <a:gd name="adj1" fmla="val 50000"/>
            </a:avLst>
          </a:prstGeom>
          <a:ln>
            <a:solidFill>
              <a:srgbClr val="3A1A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97FF71A-9444-3743-5207-ABD84687EE7B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006328" y="2205190"/>
            <a:ext cx="5992524" cy="977319"/>
          </a:xfrm>
          <a:prstGeom prst="bentConnector3">
            <a:avLst>
              <a:gd name="adj1" fmla="val 50000"/>
            </a:avLst>
          </a:prstGeom>
          <a:ln>
            <a:solidFill>
              <a:srgbClr val="3A1A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9F0FF7D1-EB2B-B9A9-3E81-234C63320746}"/>
              </a:ext>
            </a:extLst>
          </p:cNvPr>
          <p:cNvCxnSpPr>
            <a:cxnSpLocks/>
          </p:cNvCxnSpPr>
          <p:nvPr/>
        </p:nvCxnSpPr>
        <p:spPr>
          <a:xfrm flipV="1">
            <a:off x="6813043" y="3883662"/>
            <a:ext cx="1924552" cy="1437638"/>
          </a:xfrm>
          <a:prstGeom prst="bentConnector3">
            <a:avLst>
              <a:gd name="adj1" fmla="val 50000"/>
            </a:avLst>
          </a:prstGeom>
          <a:ln>
            <a:solidFill>
              <a:srgbClr val="3A1A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670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 animBg="1"/>
      <p:bldP spid="7" grpId="0" animBg="1"/>
      <p:bldP spid="9" grpId="0"/>
      <p:bldP spid="15" grpId="0" animBg="1"/>
      <p:bldP spid="8" grpId="0"/>
      <p:bldP spid="3" grpId="0" build="p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47EB-6DBE-8FB7-21C0-E9BFEFF6F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35F77C-C924-41DA-185C-A1ED12E8ED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91223-F62D-6912-AAC1-D5370F5A7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2"/>
            <a:ext cx="10515600" cy="1325563"/>
          </a:xfrm>
        </p:spPr>
        <p:txBody>
          <a:bodyPr/>
          <a:lstStyle/>
          <a:p>
            <a:pPr algn="ctr"/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Features of Youth Vybe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9F29F9-FE65-C644-0FEA-302304221C5A}"/>
              </a:ext>
            </a:extLst>
          </p:cNvPr>
          <p:cNvPicPr/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15B388-3701-C20E-F637-69CACBA6EB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50" t="-721" r="24850"/>
          <a:stretch>
            <a:fillRect/>
          </a:stretch>
        </p:blipFill>
        <p:spPr>
          <a:xfrm rot="21082041">
            <a:off x="4729574" y="2006784"/>
            <a:ext cx="2324557" cy="46492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D51DB20-004D-9E5D-3632-37FF93899991}"/>
              </a:ext>
            </a:extLst>
          </p:cNvPr>
          <p:cNvSpPr txBox="1">
            <a:spLocks/>
          </p:cNvSpPr>
          <p:nvPr/>
        </p:nvSpPr>
        <p:spPr>
          <a:xfrm>
            <a:off x="960521" y="1243320"/>
            <a:ext cx="10515600" cy="1207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Point &amp; Badge System: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Instead of </a:t>
            </a:r>
            <a:r>
              <a:rPr lang="en-GB" sz="2000" b="1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Likes → Followers → Popularity </a:t>
            </a: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Youth Vybe focuses on: </a:t>
            </a:r>
            <a:r>
              <a:rPr lang="en-GB" sz="2000" b="1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Participation → Contribution → Achievement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7933407-F75C-A520-FC84-03A4F24E7617}"/>
              </a:ext>
            </a:extLst>
          </p:cNvPr>
          <p:cNvSpPr>
            <a:spLocks/>
          </p:cNvSpPr>
          <p:nvPr/>
        </p:nvSpPr>
        <p:spPr>
          <a:xfrm>
            <a:off x="8179513" y="2447622"/>
            <a:ext cx="3021886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810584-FA71-1BDC-CA9D-3411BAC7EDD4}"/>
              </a:ext>
            </a:extLst>
          </p:cNvPr>
          <p:cNvSpPr>
            <a:spLocks/>
          </p:cNvSpPr>
          <p:nvPr/>
        </p:nvSpPr>
        <p:spPr>
          <a:xfrm>
            <a:off x="8246121" y="4609175"/>
            <a:ext cx="2955277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0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4CBBCA7-0395-701D-D869-28061A650CE5}"/>
              </a:ext>
            </a:extLst>
          </p:cNvPr>
          <p:cNvSpPr/>
          <p:nvPr/>
        </p:nvSpPr>
        <p:spPr>
          <a:xfrm>
            <a:off x="-1052763" y="5855186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9DFB40B-E59D-A61F-E0D3-7AA6B048C2E3}"/>
              </a:ext>
            </a:extLst>
          </p:cNvPr>
          <p:cNvSpPr>
            <a:spLocks/>
          </p:cNvSpPr>
          <p:nvPr/>
        </p:nvSpPr>
        <p:spPr>
          <a:xfrm>
            <a:off x="570231" y="2365219"/>
            <a:ext cx="3021886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5839D4B-A5B6-34AF-30EC-11A72FAC3F0F}"/>
              </a:ext>
            </a:extLst>
          </p:cNvPr>
          <p:cNvSpPr txBox="1">
            <a:spLocks/>
          </p:cNvSpPr>
          <p:nvPr/>
        </p:nvSpPr>
        <p:spPr>
          <a:xfrm>
            <a:off x="8207945" y="4937347"/>
            <a:ext cx="3203395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Participate in events activities</a:t>
            </a:r>
          </a:p>
          <a:p>
            <a:pPr marL="0" indent="0">
              <a:buNone/>
            </a:pPr>
            <a:endParaRPr lang="en-GB">
              <a:solidFill>
                <a:srgbClr val="542512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BA691DA-7B12-6BCC-719E-C94014498E4E}"/>
              </a:ext>
            </a:extLst>
          </p:cNvPr>
          <p:cNvSpPr>
            <a:spLocks/>
          </p:cNvSpPr>
          <p:nvPr/>
        </p:nvSpPr>
        <p:spPr>
          <a:xfrm>
            <a:off x="754079" y="4523538"/>
            <a:ext cx="3021886" cy="1325563"/>
          </a:xfrm>
          <a:prstGeom prst="roundRect">
            <a:avLst/>
          </a:prstGeom>
          <a:solidFill>
            <a:srgbClr val="FAF9F6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D4361D-930A-C7FF-AEFE-F2E8B8525639}"/>
              </a:ext>
            </a:extLst>
          </p:cNvPr>
          <p:cNvSpPr txBox="1">
            <a:spLocks/>
          </p:cNvSpPr>
          <p:nvPr/>
        </p:nvSpPr>
        <p:spPr>
          <a:xfrm>
            <a:off x="1296882" y="4937347"/>
            <a:ext cx="2417260" cy="798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Earn rewards</a:t>
            </a:r>
          </a:p>
          <a:p>
            <a:endParaRPr lang="en-GB">
              <a:solidFill>
                <a:srgbClr val="542512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CE5B756-0418-CADC-53D2-DA02ECA84300}"/>
              </a:ext>
            </a:extLst>
          </p:cNvPr>
          <p:cNvSpPr txBox="1">
            <a:spLocks/>
          </p:cNvSpPr>
          <p:nvPr/>
        </p:nvSpPr>
        <p:spPr>
          <a:xfrm>
            <a:off x="8160787" y="2823210"/>
            <a:ext cx="3125944" cy="1325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Progress through badges</a:t>
            </a:r>
            <a:endParaRPr lang="en-GB" sz="2000">
              <a:solidFill>
                <a:srgbClr val="542512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1A62C1B-2B56-C5C7-A40F-BEB298E5FAD4}"/>
              </a:ext>
            </a:extLst>
          </p:cNvPr>
          <p:cNvSpPr txBox="1">
            <a:spLocks/>
          </p:cNvSpPr>
          <p:nvPr/>
        </p:nvSpPr>
        <p:spPr>
          <a:xfrm>
            <a:off x="307584" y="2706645"/>
            <a:ext cx="3461823" cy="1207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Make New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GB" sz="2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Friends</a:t>
            </a:r>
            <a:endParaRPr lang="en-GB" sz="2000">
              <a:solidFill>
                <a:srgbClr val="542512"/>
              </a:solidFill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77F02B4-A4EF-3CD7-B70E-A1918CDDFFA3}"/>
              </a:ext>
            </a:extLst>
          </p:cNvPr>
          <p:cNvCxnSpPr>
            <a:cxnSpLocks/>
          </p:cNvCxnSpPr>
          <p:nvPr/>
        </p:nvCxnSpPr>
        <p:spPr>
          <a:xfrm>
            <a:off x="3601643" y="3059582"/>
            <a:ext cx="1303732" cy="1255243"/>
          </a:xfrm>
          <a:prstGeom prst="bentConnector3">
            <a:avLst/>
          </a:prstGeom>
          <a:ln>
            <a:solidFill>
              <a:srgbClr val="5425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C29F512-9969-C0D7-B824-5549E1576506}"/>
              </a:ext>
            </a:extLst>
          </p:cNvPr>
          <p:cNvCxnSpPr>
            <a:cxnSpLocks/>
          </p:cNvCxnSpPr>
          <p:nvPr/>
        </p:nvCxnSpPr>
        <p:spPr>
          <a:xfrm flipV="1">
            <a:off x="3782519" y="4937347"/>
            <a:ext cx="992133" cy="248972"/>
          </a:xfrm>
          <a:prstGeom prst="bentConnector3">
            <a:avLst/>
          </a:prstGeom>
          <a:ln>
            <a:solidFill>
              <a:srgbClr val="5425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9567046-D62F-5897-F6E9-5E945BFBFAE0}"/>
              </a:ext>
            </a:extLst>
          </p:cNvPr>
          <p:cNvCxnSpPr/>
          <p:nvPr/>
        </p:nvCxnSpPr>
        <p:spPr>
          <a:xfrm rot="10800000" flipV="1">
            <a:off x="7115175" y="3110403"/>
            <a:ext cx="1064338" cy="475454"/>
          </a:xfrm>
          <a:prstGeom prst="bentConnector3">
            <a:avLst/>
          </a:prstGeom>
          <a:ln>
            <a:solidFill>
              <a:srgbClr val="5425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47C7EC9-FACA-3122-6ADE-7805DA1708E0}"/>
              </a:ext>
            </a:extLst>
          </p:cNvPr>
          <p:cNvCxnSpPr>
            <a:cxnSpLocks/>
          </p:cNvCxnSpPr>
          <p:nvPr/>
        </p:nvCxnSpPr>
        <p:spPr>
          <a:xfrm rot="10800000">
            <a:off x="7068267" y="4494889"/>
            <a:ext cx="1177855" cy="691431"/>
          </a:xfrm>
          <a:prstGeom prst="bentConnector3">
            <a:avLst/>
          </a:prstGeom>
          <a:ln>
            <a:solidFill>
              <a:srgbClr val="54251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38D3BEEB-BA1A-A0F1-CFB4-E38B22CF1C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00" b="333"/>
          <a:stretch>
            <a:fillRect/>
          </a:stretch>
        </p:blipFill>
        <p:spPr>
          <a:xfrm>
            <a:off x="12716911" y="1184360"/>
            <a:ext cx="5079760" cy="272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76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3" grpId="0"/>
      <p:bldP spid="15" grpId="0"/>
      <p:bldP spid="14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C2C780-ADDE-D80B-18B6-CEB47B2187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811124-0A68-2161-E8D3-E02C2D3126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0" b="333"/>
          <a:stretch>
            <a:fillRect/>
          </a:stretch>
        </p:blipFill>
        <p:spPr>
          <a:xfrm>
            <a:off x="6935541" y="1184360"/>
            <a:ext cx="5079760" cy="2728561"/>
          </a:xfrm>
          <a:prstGeom prst="rect">
            <a:avLst/>
          </a:prstGeom>
        </p:spPr>
      </p:pic>
      <p:pic>
        <p:nvPicPr>
          <p:cNvPr id="8" name="Picture 7" descr="A close up of a text&#10;&#10;AI-generated content may be incorrect.">
            <a:extLst>
              <a:ext uri="{FF2B5EF4-FFF2-40B4-BE49-F238E27FC236}">
                <a16:creationId xmlns:a16="http://schemas.microsoft.com/office/drawing/2014/main" id="{7AA28A21-7E93-31D1-E565-F1408A494234}"/>
              </a:ext>
            </a:extLst>
          </p:cNvPr>
          <p:cNvPicPr/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22D6AF-35D1-91B3-7400-23D38E281D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16" y="1107994"/>
            <a:ext cx="5547789" cy="55477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8BA262-D903-8CF0-83BE-0148F7C3ED87}"/>
              </a:ext>
            </a:extLst>
          </p:cNvPr>
          <p:cNvSpPr txBox="1"/>
          <p:nvPr/>
        </p:nvSpPr>
        <p:spPr>
          <a:xfrm>
            <a:off x="7870536" y="4554195"/>
            <a:ext cx="332153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dirty="0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“one good consistent thing you guys have done are the names which are interesting, make sense and has real creativity”</a:t>
            </a:r>
            <a:endParaRPr lang="en-US" sz="2400" dirty="0">
              <a:solidFill>
                <a:srgbClr val="54251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BB537-7A57-8C51-E2BE-000B407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787" y="88072"/>
            <a:ext cx="10515600" cy="1325563"/>
          </a:xfrm>
        </p:spPr>
        <p:txBody>
          <a:bodyPr/>
          <a:lstStyle/>
          <a:p>
            <a:pPr algn="ctr"/>
            <a:r>
              <a:rPr lang="en-GB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Badge Suggestions/Ideas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D395433-EF74-35EC-03EE-D1D34B0416B4}"/>
              </a:ext>
            </a:extLst>
          </p:cNvPr>
          <p:cNvSpPr/>
          <p:nvPr/>
        </p:nvSpPr>
        <p:spPr>
          <a:xfrm>
            <a:off x="-1052763" y="-995562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FB4CB6D-6DE2-8196-44EB-4059A8209AF8}"/>
              </a:ext>
            </a:extLst>
          </p:cNvPr>
          <p:cNvSpPr/>
          <p:nvPr/>
        </p:nvSpPr>
        <p:spPr>
          <a:xfrm>
            <a:off x="7759068" y="4554195"/>
            <a:ext cx="3481871" cy="944345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270EE3D-7022-43D6-26F7-A1D8C2692536}"/>
              </a:ext>
            </a:extLst>
          </p:cNvPr>
          <p:cNvSpPr/>
          <p:nvPr/>
        </p:nvSpPr>
        <p:spPr>
          <a:xfrm>
            <a:off x="7759067" y="5625887"/>
            <a:ext cx="3591320" cy="1128189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C219F-A042-1887-1A41-D95B21E2B4C0}"/>
              </a:ext>
            </a:extLst>
          </p:cNvPr>
          <p:cNvSpPr txBox="1"/>
          <p:nvPr/>
        </p:nvSpPr>
        <p:spPr>
          <a:xfrm>
            <a:off x="7868261" y="4049151"/>
            <a:ext cx="33215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Feedback</a:t>
            </a:r>
            <a:r>
              <a:rPr lang="en-GB" sz="2400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: </a:t>
            </a:r>
            <a:endParaRPr lang="en-US" sz="2400">
              <a:solidFill>
                <a:srgbClr val="54251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469F61-0491-5EBA-EAAC-784779371684}"/>
              </a:ext>
            </a:extLst>
          </p:cNvPr>
          <p:cNvSpPr txBox="1"/>
          <p:nvPr/>
        </p:nvSpPr>
        <p:spPr>
          <a:xfrm>
            <a:off x="7919400" y="5630768"/>
            <a:ext cx="332153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“I think there should be some other additional colours and more details to specific badges such </a:t>
            </a:r>
            <a:r>
              <a:rPr lang="en-GB" sz="1400">
                <a:solidFill>
                  <a:srgbClr val="542512"/>
                </a:solidFill>
                <a:highlight>
                  <a:srgbClr val="F3B39A"/>
                </a:highlight>
                <a:latin typeface="ADLaM Display"/>
                <a:ea typeface="ADLaM Display"/>
                <a:cs typeface="ADLaM Display"/>
              </a:rPr>
              <a:t>Legend of the block </a:t>
            </a:r>
            <a:r>
              <a:rPr lang="en-GB" sz="1400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as - that badge is too minimal to be eye catching”</a:t>
            </a:r>
            <a:endParaRPr lang="en-US" sz="2400">
              <a:solidFill>
                <a:srgbClr val="54251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EC26CF-1093-A661-6692-8DC4FD3F50A5}"/>
              </a:ext>
            </a:extLst>
          </p:cNvPr>
          <p:cNvSpPr txBox="1"/>
          <p:nvPr/>
        </p:nvSpPr>
        <p:spPr>
          <a:xfrm>
            <a:off x="1917850" y="3757696"/>
            <a:ext cx="5547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54EB00D-ED0F-6745-15B6-486A5A8BDA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610" y="4625995"/>
            <a:ext cx="872545" cy="87254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0962C8-B8F9-2647-28B3-9587D6919E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5541" y="5832329"/>
            <a:ext cx="707367" cy="707367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645DD4BA-DF9F-F1B9-25E0-0CFC93CBDAB2}"/>
              </a:ext>
            </a:extLst>
          </p:cNvPr>
          <p:cNvSpPr/>
          <p:nvPr/>
        </p:nvSpPr>
        <p:spPr>
          <a:xfrm>
            <a:off x="1157556" y="1590452"/>
            <a:ext cx="1520587" cy="144393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C3B0125-4D68-3AED-2806-AF7688D4CAB5}"/>
              </a:ext>
            </a:extLst>
          </p:cNvPr>
          <p:cNvSpPr/>
          <p:nvPr/>
        </p:nvSpPr>
        <p:spPr>
          <a:xfrm>
            <a:off x="2933886" y="1615852"/>
            <a:ext cx="1520587" cy="144393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2AA83DB-18C8-0864-2256-043876802890}"/>
              </a:ext>
            </a:extLst>
          </p:cNvPr>
          <p:cNvSpPr/>
          <p:nvPr/>
        </p:nvSpPr>
        <p:spPr>
          <a:xfrm>
            <a:off x="2933886" y="3110584"/>
            <a:ext cx="1520587" cy="147643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8CFEF80-451B-2604-3806-1B98EAD2A73E}"/>
              </a:ext>
            </a:extLst>
          </p:cNvPr>
          <p:cNvSpPr/>
          <p:nvPr/>
        </p:nvSpPr>
        <p:spPr>
          <a:xfrm>
            <a:off x="1052763" y="3045359"/>
            <a:ext cx="1689096" cy="1508836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EF4C948-1778-77D4-68FE-334594F035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" t="36340" r="63096" b="37047"/>
          <a:stretch>
            <a:fillRect/>
          </a:stretch>
        </p:blipFill>
        <p:spPr>
          <a:xfrm>
            <a:off x="999926" y="3209460"/>
            <a:ext cx="1638171" cy="1377556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BB6C7E75-4021-BC14-E202-4433B6CBBA44}"/>
              </a:ext>
            </a:extLst>
          </p:cNvPr>
          <p:cNvSpPr/>
          <p:nvPr/>
        </p:nvSpPr>
        <p:spPr>
          <a:xfrm>
            <a:off x="1117510" y="3097884"/>
            <a:ext cx="1520587" cy="147643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552AF0C-8041-DA39-DB61-C029AA4DC7B5}"/>
              </a:ext>
            </a:extLst>
          </p:cNvPr>
          <p:cNvSpPr/>
          <p:nvPr/>
        </p:nvSpPr>
        <p:spPr>
          <a:xfrm>
            <a:off x="2933886" y="4684647"/>
            <a:ext cx="1520587" cy="147643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031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 animBg="1"/>
      <p:bldP spid="21" grpId="0" animBg="1"/>
      <p:bldP spid="22" grpId="0"/>
      <p:bldP spid="23" grpId="0"/>
      <p:bldP spid="29" grpId="0" animBg="1"/>
      <p:bldP spid="30" grpId="0" animBg="1"/>
      <p:bldP spid="32" grpId="0" animBg="1"/>
      <p:bldP spid="35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E70E-783F-3AD6-3E37-7BDF72C7D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2C31D21B-D267-80F7-5693-B28C0B820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311" y="7437700"/>
            <a:ext cx="5547789" cy="55477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0D6945-FBAC-CFBC-8ABA-6A04A5892AE1}"/>
              </a:ext>
            </a:extLst>
          </p:cNvPr>
          <p:cNvSpPr/>
          <p:nvPr/>
        </p:nvSpPr>
        <p:spPr>
          <a:xfrm>
            <a:off x="0" y="-9525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785F61-5AE1-D5AC-9492-05B42CCCA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3472">
            <a:off x="4554107" y="1644729"/>
            <a:ext cx="2448000" cy="50629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0781C4-BB9B-3605-D2B4-56BD56BA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Features of Youth Vybe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85E92-FE0D-E47F-6712-4AD4348D71CB}"/>
              </a:ext>
            </a:extLst>
          </p:cNvPr>
          <p:cNvPicPr/>
          <p:nvPr/>
        </p:nvPicPr>
        <p:blipFill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DC2C868-1408-E795-A8A6-7D0ED0268579}"/>
              </a:ext>
            </a:extLst>
          </p:cNvPr>
          <p:cNvSpPr txBox="1">
            <a:spLocks/>
          </p:cNvSpPr>
          <p:nvPr/>
        </p:nvSpPr>
        <p:spPr>
          <a:xfrm>
            <a:off x="2262188" y="1276256"/>
            <a:ext cx="8053651" cy="1822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2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Youth Vybe Passport:</a:t>
            </a:r>
          </a:p>
          <a:p>
            <a:pPr marL="0" indent="0" algn="ctr">
              <a:buNone/>
            </a:pPr>
            <a:r>
              <a:rPr lang="en-GB" sz="22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personal record of experiences and achievements.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5EFBF43-5D08-E9D1-DF10-7D4415C688E7}"/>
              </a:ext>
            </a:extLst>
          </p:cNvPr>
          <p:cNvSpPr txBox="1">
            <a:spLocks/>
          </p:cNvSpPr>
          <p:nvPr/>
        </p:nvSpPr>
        <p:spPr>
          <a:xfrm>
            <a:off x="8206124" y="4433851"/>
            <a:ext cx="3269997" cy="1120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Show what you’ve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achieved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BF2E8F2-8575-94EA-CD33-5757BE98A5F4}"/>
              </a:ext>
            </a:extLst>
          </p:cNvPr>
          <p:cNvSpPr txBox="1">
            <a:spLocks/>
          </p:cNvSpPr>
          <p:nvPr/>
        </p:nvSpPr>
        <p:spPr>
          <a:xfrm>
            <a:off x="1665356" y="2917252"/>
            <a:ext cx="2225514" cy="758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Build experiences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0EF6137-EF2A-2177-250B-1DAE524B03EA}"/>
              </a:ext>
            </a:extLst>
          </p:cNvPr>
          <p:cNvSpPr txBox="1">
            <a:spLocks/>
          </p:cNvSpPr>
          <p:nvPr/>
        </p:nvSpPr>
        <p:spPr>
          <a:xfrm>
            <a:off x="8322716" y="3147939"/>
            <a:ext cx="2304159" cy="528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Develop skills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2711F0-A03C-B251-5B39-0D86758C29CB}"/>
              </a:ext>
            </a:extLst>
          </p:cNvPr>
          <p:cNvSpPr/>
          <p:nvPr/>
        </p:nvSpPr>
        <p:spPr>
          <a:xfrm>
            <a:off x="1417333" y="2853064"/>
            <a:ext cx="2751247" cy="944345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64A6402-5982-357A-DA71-8440DBFF3847}"/>
              </a:ext>
            </a:extLst>
          </p:cNvPr>
          <p:cNvSpPr/>
          <p:nvPr/>
        </p:nvSpPr>
        <p:spPr>
          <a:xfrm>
            <a:off x="7547167" y="2881065"/>
            <a:ext cx="3481871" cy="944345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Brick wall ">
            <a:extLst>
              <a:ext uri="{FF2B5EF4-FFF2-40B4-BE49-F238E27FC236}">
                <a16:creationId xmlns:a16="http://schemas.microsoft.com/office/drawing/2014/main" id="{2F6E342D-2728-9DA1-930D-0A2D3D73A8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578" y="3003208"/>
            <a:ext cx="672733" cy="6727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9C6189D-965A-190F-7CCB-CF7CA5F4D5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2813" y="4414634"/>
            <a:ext cx="800495" cy="8004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D455CE-A33C-E955-2833-C9A41EA3D9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8210" y="2929831"/>
            <a:ext cx="893167" cy="893167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7CE4EED8-671E-6DC7-2FBB-96198E90C835}"/>
              </a:ext>
            </a:extLst>
          </p:cNvPr>
          <p:cNvSpPr/>
          <p:nvPr/>
        </p:nvSpPr>
        <p:spPr>
          <a:xfrm>
            <a:off x="-1052763" y="5938638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E3ACD9-00A2-47E5-C76C-AE739D323C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2" t="50852" r="52113" b="29555"/>
          <a:stretch>
            <a:fillRect/>
          </a:stretch>
        </p:blipFill>
        <p:spPr>
          <a:xfrm rot="20931717">
            <a:off x="1286960" y="7705962"/>
            <a:ext cx="2313940" cy="9100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49F0CA5-D1CF-8A1A-AC7F-54FDAA61A32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200" b="333"/>
          <a:stretch>
            <a:fillRect/>
          </a:stretch>
        </p:blipFill>
        <p:spPr>
          <a:xfrm>
            <a:off x="12735113" y="365125"/>
            <a:ext cx="5079760" cy="272856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2B37325-5484-FF7A-F783-F0454E5BAB5C}"/>
              </a:ext>
            </a:extLst>
          </p:cNvPr>
          <p:cNvSpPr txBox="1"/>
          <p:nvPr/>
        </p:nvSpPr>
        <p:spPr>
          <a:xfrm>
            <a:off x="14070158" y="3734960"/>
            <a:ext cx="332153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“one good consistent thing you guys have done are the names which are interesting, make sense and have real creativity”</a:t>
            </a:r>
            <a:endParaRPr lang="en-US" sz="2400">
              <a:solidFill>
                <a:srgbClr val="542512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54A3E9A-4482-C953-4E11-BEF9475C8A65}"/>
              </a:ext>
            </a:extLst>
          </p:cNvPr>
          <p:cNvSpPr/>
          <p:nvPr/>
        </p:nvSpPr>
        <p:spPr>
          <a:xfrm>
            <a:off x="13958690" y="3734960"/>
            <a:ext cx="3481871" cy="944345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1CBD91F-03B2-D06E-6BC4-C69A36DAD4FD}"/>
              </a:ext>
            </a:extLst>
          </p:cNvPr>
          <p:cNvSpPr/>
          <p:nvPr/>
        </p:nvSpPr>
        <p:spPr>
          <a:xfrm>
            <a:off x="15520789" y="4806652"/>
            <a:ext cx="3591320" cy="1128189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6EA2D7-302E-3905-B2D4-A93206EC90D1}"/>
              </a:ext>
            </a:extLst>
          </p:cNvPr>
          <p:cNvSpPr txBox="1"/>
          <p:nvPr/>
        </p:nvSpPr>
        <p:spPr>
          <a:xfrm>
            <a:off x="13553533" y="3229916"/>
            <a:ext cx="33215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Feedback</a:t>
            </a:r>
            <a:r>
              <a:rPr lang="en-GB" sz="2400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: </a:t>
            </a:r>
            <a:endParaRPr lang="en-US" sz="2400">
              <a:solidFill>
                <a:srgbClr val="542512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3B3652-5973-CD1E-8192-153343CE2961}"/>
              </a:ext>
            </a:extLst>
          </p:cNvPr>
          <p:cNvSpPr txBox="1"/>
          <p:nvPr/>
        </p:nvSpPr>
        <p:spPr>
          <a:xfrm>
            <a:off x="15681122" y="4811533"/>
            <a:ext cx="332153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“I think there should be some other additional colours and more details to specific badges such </a:t>
            </a:r>
            <a:r>
              <a:rPr lang="en-GB" sz="1400">
                <a:solidFill>
                  <a:srgbClr val="542512"/>
                </a:solidFill>
                <a:highlight>
                  <a:srgbClr val="F3B39A"/>
                </a:highlight>
                <a:latin typeface="ADLaM Display"/>
                <a:ea typeface="ADLaM Display"/>
                <a:cs typeface="ADLaM Display"/>
              </a:rPr>
              <a:t>Legend of the block </a:t>
            </a:r>
            <a:r>
              <a:rPr lang="en-GB" sz="1400">
                <a:solidFill>
                  <a:srgbClr val="542512"/>
                </a:solidFill>
                <a:latin typeface="ADLaM Display"/>
                <a:ea typeface="ADLaM Display"/>
                <a:cs typeface="ADLaM Display"/>
              </a:rPr>
              <a:t>as - that badge is too minimal to be eye catching”</a:t>
            </a:r>
            <a:endParaRPr lang="en-US" sz="2400">
              <a:solidFill>
                <a:srgbClr val="542512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083495-659A-B1E6-4F9E-DDB8A4E46681}"/>
              </a:ext>
            </a:extLst>
          </p:cNvPr>
          <p:cNvSpPr txBox="1"/>
          <p:nvPr/>
        </p:nvSpPr>
        <p:spPr>
          <a:xfrm>
            <a:off x="2491145" y="10087402"/>
            <a:ext cx="5547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3C1D444-D1A2-F22D-BB72-06646C3FB7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70232" y="3806760"/>
            <a:ext cx="872545" cy="87254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C525ABB-D632-4B82-51E3-D4E0B17863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97263" y="5013094"/>
            <a:ext cx="707367" cy="707367"/>
          </a:xfrm>
          <a:prstGeom prst="rect">
            <a:avLst/>
          </a:prstGeom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855EE175-189D-CA7F-37E1-793FA6BE5C3D}"/>
              </a:ext>
            </a:extLst>
          </p:cNvPr>
          <p:cNvSpPr/>
          <p:nvPr/>
        </p:nvSpPr>
        <p:spPr>
          <a:xfrm>
            <a:off x="1730851" y="7920158"/>
            <a:ext cx="1520587" cy="144393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2474CC5-E44B-5CEC-1EA3-9D1B347D003C}"/>
              </a:ext>
            </a:extLst>
          </p:cNvPr>
          <p:cNvSpPr/>
          <p:nvPr/>
        </p:nvSpPr>
        <p:spPr>
          <a:xfrm>
            <a:off x="3507181" y="7945558"/>
            <a:ext cx="1520587" cy="144393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E1B3548-F42B-78B1-932B-220560FDC8B0}"/>
              </a:ext>
            </a:extLst>
          </p:cNvPr>
          <p:cNvSpPr/>
          <p:nvPr/>
        </p:nvSpPr>
        <p:spPr>
          <a:xfrm>
            <a:off x="3507181" y="9440290"/>
            <a:ext cx="1520587" cy="147643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0C4ADA3-64C0-1E49-5F6D-C854C2225CE5}"/>
              </a:ext>
            </a:extLst>
          </p:cNvPr>
          <p:cNvSpPr/>
          <p:nvPr/>
        </p:nvSpPr>
        <p:spPr>
          <a:xfrm>
            <a:off x="1626058" y="9375065"/>
            <a:ext cx="1689096" cy="1508836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6024FDA-488E-B525-2DAA-6741F3787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" t="36340" r="63096" b="37047"/>
          <a:stretch>
            <a:fillRect/>
          </a:stretch>
        </p:blipFill>
        <p:spPr>
          <a:xfrm>
            <a:off x="1573221" y="9539166"/>
            <a:ext cx="1638171" cy="1377556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CF96B22-6F2D-C669-8CDA-6E750C01D285}"/>
              </a:ext>
            </a:extLst>
          </p:cNvPr>
          <p:cNvSpPr/>
          <p:nvPr/>
        </p:nvSpPr>
        <p:spPr>
          <a:xfrm>
            <a:off x="1690805" y="9427590"/>
            <a:ext cx="1520587" cy="147643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A522610-6E3D-BFDE-C7D5-18B8E2967C61}"/>
              </a:ext>
            </a:extLst>
          </p:cNvPr>
          <p:cNvSpPr/>
          <p:nvPr/>
        </p:nvSpPr>
        <p:spPr>
          <a:xfrm>
            <a:off x="3507181" y="11014353"/>
            <a:ext cx="1520587" cy="147643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ADDBFC-96D5-4518-EBE8-13AC41BFB4CB}"/>
              </a:ext>
            </a:extLst>
          </p:cNvPr>
          <p:cNvSpPr/>
          <p:nvPr/>
        </p:nvSpPr>
        <p:spPr>
          <a:xfrm>
            <a:off x="8100186" y="4351059"/>
            <a:ext cx="3481871" cy="944345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102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7" grpId="0" animBg="1"/>
      <p:bldP spid="18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A5B8A4-5367-8ABC-5BEB-7EC1F5954D82}"/>
              </a:ext>
            </a:extLst>
          </p:cNvPr>
          <p:cNvSpPr/>
          <p:nvPr/>
        </p:nvSpPr>
        <p:spPr>
          <a:xfrm>
            <a:off x="5143" y="5007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B9A59-FFF8-C26C-C2F8-5C957FAA1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01" y="34035"/>
            <a:ext cx="10515600" cy="1325563"/>
          </a:xfrm>
        </p:spPr>
        <p:txBody>
          <a:bodyPr/>
          <a:lstStyle/>
          <a:p>
            <a:pPr algn="ctr"/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Summer Tournament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B8E50A-6A17-24FC-54B1-EF7A836834A0}"/>
              </a:ext>
            </a:extLst>
          </p:cNvPr>
          <p:cNvPicPr/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15800C-9892-66F0-C819-F7F234262CC8}"/>
              </a:ext>
            </a:extLst>
          </p:cNvPr>
          <p:cNvSpPr txBox="1">
            <a:spLocks/>
          </p:cNvSpPr>
          <p:nvPr/>
        </p:nvSpPr>
        <p:spPr>
          <a:xfrm>
            <a:off x="3737895" y="1034205"/>
            <a:ext cx="5065486" cy="120716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Annual Youth Vybe Tournament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Once every summer, featuring: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58E67D-D0EF-65A5-E51D-B5A0E78764FD}"/>
              </a:ext>
            </a:extLst>
          </p:cNvPr>
          <p:cNvSpPr txBox="1">
            <a:spLocks/>
          </p:cNvSpPr>
          <p:nvPr/>
        </p:nvSpPr>
        <p:spPr>
          <a:xfrm>
            <a:off x="1615311" y="2088635"/>
            <a:ext cx="1406004" cy="146117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Football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07AC8F-9A94-61F9-587A-647768ED2A28}"/>
              </a:ext>
            </a:extLst>
          </p:cNvPr>
          <p:cNvSpPr txBox="1">
            <a:spLocks/>
          </p:cNvSpPr>
          <p:nvPr/>
        </p:nvSpPr>
        <p:spPr>
          <a:xfrm>
            <a:off x="1548194" y="3817748"/>
            <a:ext cx="3100314" cy="238737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Achievements can unlock badges and rewards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FD7CEA-4594-6BFD-602E-35520F9F14BF}"/>
              </a:ext>
            </a:extLst>
          </p:cNvPr>
          <p:cNvSpPr txBox="1"/>
          <p:nvPr/>
        </p:nvSpPr>
        <p:spPr>
          <a:xfrm>
            <a:off x="6636687" y="4053651"/>
            <a:ext cx="41296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Teams can earn points based on tournament performance/placements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79BC44-C870-1648-CD5A-13BE36A112C6}"/>
              </a:ext>
            </a:extLst>
          </p:cNvPr>
          <p:cNvSpPr/>
          <p:nvPr/>
        </p:nvSpPr>
        <p:spPr>
          <a:xfrm>
            <a:off x="11120187" y="5900538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0623D0-2C67-8C70-FB81-75CD21301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2" t="50852" r="52113" b="29555"/>
          <a:stretch>
            <a:fillRect/>
          </a:stretch>
        </p:blipFill>
        <p:spPr>
          <a:xfrm rot="20931717">
            <a:off x="511768" y="993861"/>
            <a:ext cx="2313940" cy="9100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4D2F69-9BB8-9D50-FF1E-27F0DE0F78AA}"/>
              </a:ext>
            </a:extLst>
          </p:cNvPr>
          <p:cNvSpPr txBox="1">
            <a:spLocks/>
          </p:cNvSpPr>
          <p:nvPr/>
        </p:nvSpPr>
        <p:spPr>
          <a:xfrm>
            <a:off x="5310295" y="2267616"/>
            <a:ext cx="1889257" cy="1103211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Basketball </a:t>
            </a:r>
          </a:p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  <a:p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46E3D35-999B-F501-FFC0-17D2D7B78BA5}"/>
              </a:ext>
            </a:extLst>
          </p:cNvPr>
          <p:cNvSpPr txBox="1">
            <a:spLocks/>
          </p:cNvSpPr>
          <p:nvPr/>
        </p:nvSpPr>
        <p:spPr>
          <a:xfrm>
            <a:off x="8803381" y="1989239"/>
            <a:ext cx="1849755" cy="111911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Volleyball</a:t>
            </a:r>
          </a:p>
          <a:p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92D409C-1DC4-2E76-919C-4C0FE6CDBD47}"/>
              </a:ext>
            </a:extLst>
          </p:cNvPr>
          <p:cNvSpPr/>
          <p:nvPr/>
        </p:nvSpPr>
        <p:spPr>
          <a:xfrm>
            <a:off x="6448005" y="3509848"/>
            <a:ext cx="4172637" cy="2648266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83D9DF-5CA7-8B92-F054-510E3507E9CD}"/>
              </a:ext>
            </a:extLst>
          </p:cNvPr>
          <p:cNvSpPr/>
          <p:nvPr/>
        </p:nvSpPr>
        <p:spPr>
          <a:xfrm>
            <a:off x="1143032" y="3517107"/>
            <a:ext cx="4172637" cy="2648266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2B33285-2FC9-D1B3-1774-7562D4659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342" y="2176884"/>
            <a:ext cx="778173" cy="77817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6521714-3A2E-4034-D5B2-1E8ED3207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994" y="2176884"/>
            <a:ext cx="961605" cy="96160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5760DF5-218D-C900-9488-4DED93AE49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694" y="2253056"/>
            <a:ext cx="965192" cy="965192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4584C876-B70D-7096-E38F-474EED5B0B1E}"/>
              </a:ext>
            </a:extLst>
          </p:cNvPr>
          <p:cNvSpPr/>
          <p:nvPr/>
        </p:nvSpPr>
        <p:spPr>
          <a:xfrm>
            <a:off x="406678" y="912098"/>
            <a:ext cx="1262060" cy="125197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858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27" grpId="0"/>
      <p:bldP spid="10" grpId="0"/>
      <p:bldP spid="13" grpId="0"/>
      <p:bldP spid="17" grpId="0" animBg="1"/>
      <p:bldP spid="18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87B9DF-A7C6-9651-53A0-B46D4B61ACC3}"/>
              </a:ext>
            </a:extLst>
          </p:cNvPr>
          <p:cNvSpPr/>
          <p:nvPr/>
        </p:nvSpPr>
        <p:spPr>
          <a:xfrm>
            <a:off x="0" y="-22440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397073-F0FF-1B55-0BA9-451AC6D90CDE}"/>
              </a:ext>
            </a:extLst>
          </p:cNvPr>
          <p:cNvPicPr/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F8A7E3A-F68A-7F76-0480-D684848EB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04" y="195563"/>
            <a:ext cx="10515600" cy="1325563"/>
          </a:xfrm>
        </p:spPr>
        <p:txBody>
          <a:bodyPr/>
          <a:lstStyle/>
          <a:p>
            <a:pPr algn="ctr"/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Invest in Youth Vybe?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88AE85A-173E-D1AB-952A-C4047EC7C271}"/>
              </a:ext>
            </a:extLst>
          </p:cNvPr>
          <p:cNvSpPr txBox="1">
            <a:spLocks/>
          </p:cNvSpPr>
          <p:nvPr/>
        </p:nvSpPr>
        <p:spPr>
          <a:xfrm>
            <a:off x="7701238" y="3506785"/>
            <a:ext cx="3477009" cy="470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Tournament activities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2E4164A-774A-DC66-ACDD-3DC8720311DA}"/>
              </a:ext>
            </a:extLst>
          </p:cNvPr>
          <p:cNvSpPr txBox="1">
            <a:spLocks/>
          </p:cNvSpPr>
          <p:nvPr/>
        </p:nvSpPr>
        <p:spPr>
          <a:xfrm>
            <a:off x="2830870" y="1123950"/>
            <a:ext cx="6096000" cy="6681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 Opportunity for Sponsorships and Partnerships </a:t>
            </a:r>
          </a:p>
          <a:p>
            <a:endParaRPr lang="en-GB" sz="2400" b="1" dirty="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710055D-9AF6-250F-1642-4ED7DAD7D7CA}"/>
              </a:ext>
            </a:extLst>
          </p:cNvPr>
          <p:cNvSpPr/>
          <p:nvPr/>
        </p:nvSpPr>
        <p:spPr>
          <a:xfrm>
            <a:off x="-1052763" y="5938638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07A7F0-712B-0BCB-BB6A-29267A1D0A58}"/>
              </a:ext>
            </a:extLst>
          </p:cNvPr>
          <p:cNvSpPr txBox="1">
            <a:spLocks/>
          </p:cNvSpPr>
          <p:nvPr/>
        </p:nvSpPr>
        <p:spPr>
          <a:xfrm>
            <a:off x="784204" y="2174749"/>
            <a:ext cx="4049334" cy="549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Sponsors could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AAA54D6-1950-1E43-1CAD-9ED5563542D0}"/>
              </a:ext>
            </a:extLst>
          </p:cNvPr>
          <p:cNvSpPr txBox="1">
            <a:spLocks/>
          </p:cNvSpPr>
          <p:nvPr/>
        </p:nvSpPr>
        <p:spPr>
          <a:xfrm>
            <a:off x="2205374" y="3525140"/>
            <a:ext cx="3673496" cy="54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Drinks &amp; refreshments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9AD6FB-F58D-FB13-1382-95B245D14C5B}"/>
              </a:ext>
            </a:extLst>
          </p:cNvPr>
          <p:cNvSpPr txBox="1">
            <a:spLocks/>
          </p:cNvSpPr>
          <p:nvPr/>
        </p:nvSpPr>
        <p:spPr>
          <a:xfrm>
            <a:off x="1601490" y="5041538"/>
            <a:ext cx="4384998" cy="1207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Sports equipment /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event supplies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08CB7F-35F8-5912-B4E2-178419B1DAEE}"/>
              </a:ext>
            </a:extLst>
          </p:cNvPr>
          <p:cNvSpPr txBox="1">
            <a:spLocks/>
          </p:cNvSpPr>
          <p:nvPr/>
        </p:nvSpPr>
        <p:spPr>
          <a:xfrm>
            <a:off x="7900737" y="5161698"/>
            <a:ext cx="6096000" cy="549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Prizes &amp; rewards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F552A64-E47C-A281-D96F-4D598E578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79" y="3176803"/>
            <a:ext cx="1066060" cy="10660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2711E3D-DDB2-BF6C-0896-6A8337B70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019" y="3179017"/>
            <a:ext cx="1066060" cy="10660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11956E1-BA62-4E27-9ACC-0C0FC1A46A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846" y="5027199"/>
            <a:ext cx="919419" cy="919419"/>
          </a:xfrm>
          <a:prstGeom prst="rect">
            <a:avLst/>
          </a:prstGeom>
        </p:spPr>
      </p:pic>
      <p:pic>
        <p:nvPicPr>
          <p:cNvPr id="29" name="Picture 28" descr="Award">
            <a:extLst>
              <a:ext uri="{FF2B5EF4-FFF2-40B4-BE49-F238E27FC236}">
                <a16:creationId xmlns:a16="http://schemas.microsoft.com/office/drawing/2014/main" id="{7AA2710B-30CB-340E-B79E-C38A202E95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513" y="4872030"/>
            <a:ext cx="1047749" cy="1047749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3E6B964-5DD1-0B51-F856-1C39D585C5F7}"/>
              </a:ext>
            </a:extLst>
          </p:cNvPr>
          <p:cNvSpPr/>
          <p:nvPr/>
        </p:nvSpPr>
        <p:spPr>
          <a:xfrm>
            <a:off x="1944774" y="3106933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45C2C72-30E2-7EF0-D703-52EA96736987}"/>
              </a:ext>
            </a:extLst>
          </p:cNvPr>
          <p:cNvSpPr/>
          <p:nvPr/>
        </p:nvSpPr>
        <p:spPr>
          <a:xfrm>
            <a:off x="7484791" y="3050566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E0E5F20-951C-9B0F-91AC-227A45D9C12C}"/>
              </a:ext>
            </a:extLst>
          </p:cNvPr>
          <p:cNvSpPr/>
          <p:nvPr/>
        </p:nvSpPr>
        <p:spPr>
          <a:xfrm>
            <a:off x="2003558" y="4872030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BFF1160-6750-7A18-2404-C58AF2E2138A}"/>
              </a:ext>
            </a:extLst>
          </p:cNvPr>
          <p:cNvSpPr/>
          <p:nvPr/>
        </p:nvSpPr>
        <p:spPr>
          <a:xfrm>
            <a:off x="7359841" y="4735330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85896-A129-9BDB-AA2E-2008CF38DCC7}"/>
              </a:ext>
            </a:extLst>
          </p:cNvPr>
          <p:cNvSpPr txBox="1">
            <a:spLocks/>
          </p:cNvSpPr>
          <p:nvPr/>
        </p:nvSpPr>
        <p:spPr>
          <a:xfrm>
            <a:off x="3737895" y="-3455540"/>
            <a:ext cx="5065486" cy="120716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Annual Youth Vybe Tournament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Once every summer, featuring: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2FDA5C-084D-6436-8CD3-08611419405A}"/>
              </a:ext>
            </a:extLst>
          </p:cNvPr>
          <p:cNvSpPr txBox="1">
            <a:spLocks/>
          </p:cNvSpPr>
          <p:nvPr/>
        </p:nvSpPr>
        <p:spPr>
          <a:xfrm>
            <a:off x="1615311" y="-2401110"/>
            <a:ext cx="1406004" cy="146117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Football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E7145F7-EFAA-F2D0-CEEA-DF0FB58353BF}"/>
              </a:ext>
            </a:extLst>
          </p:cNvPr>
          <p:cNvSpPr txBox="1">
            <a:spLocks/>
          </p:cNvSpPr>
          <p:nvPr/>
        </p:nvSpPr>
        <p:spPr>
          <a:xfrm>
            <a:off x="-5385870" y="3051177"/>
            <a:ext cx="3100314" cy="238737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Achievements can unlock badges and rewards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67B407-88C5-2DA1-45D7-D90C45E57E1C}"/>
              </a:ext>
            </a:extLst>
          </p:cNvPr>
          <p:cNvSpPr txBox="1"/>
          <p:nvPr/>
        </p:nvSpPr>
        <p:spPr>
          <a:xfrm>
            <a:off x="14117685" y="3300222"/>
            <a:ext cx="41296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Teams can earn points based on tournament performance/placements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4259F1-55EE-EDEC-79D4-9B876BC9BD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2" t="50852" r="52113" b="29555"/>
          <a:stretch>
            <a:fillRect/>
          </a:stretch>
        </p:blipFill>
        <p:spPr>
          <a:xfrm rot="20931717">
            <a:off x="511768" y="-3495884"/>
            <a:ext cx="2313940" cy="9100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E1B8620-F83A-2890-F903-F783E7EAF5BB}"/>
              </a:ext>
            </a:extLst>
          </p:cNvPr>
          <p:cNvSpPr txBox="1">
            <a:spLocks/>
          </p:cNvSpPr>
          <p:nvPr/>
        </p:nvSpPr>
        <p:spPr>
          <a:xfrm>
            <a:off x="5310295" y="-2222129"/>
            <a:ext cx="1889257" cy="1103211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Basketball </a:t>
            </a:r>
          </a:p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  <a:p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CB666A8-F2E8-49EA-FAAD-251DFDFBF4E5}"/>
              </a:ext>
            </a:extLst>
          </p:cNvPr>
          <p:cNvSpPr txBox="1">
            <a:spLocks/>
          </p:cNvSpPr>
          <p:nvPr/>
        </p:nvSpPr>
        <p:spPr>
          <a:xfrm>
            <a:off x="8803381" y="-2500506"/>
            <a:ext cx="1849755" cy="111911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Volleyball</a:t>
            </a:r>
          </a:p>
          <a:p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0F4095-AD62-9297-65D7-4666D2DE4D61}"/>
              </a:ext>
            </a:extLst>
          </p:cNvPr>
          <p:cNvSpPr/>
          <p:nvPr/>
        </p:nvSpPr>
        <p:spPr>
          <a:xfrm>
            <a:off x="13929003" y="2756419"/>
            <a:ext cx="4172637" cy="2648266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F424E4-A082-82EC-FAB9-3A7F37C407C8}"/>
              </a:ext>
            </a:extLst>
          </p:cNvPr>
          <p:cNvSpPr/>
          <p:nvPr/>
        </p:nvSpPr>
        <p:spPr>
          <a:xfrm>
            <a:off x="-5791032" y="2750536"/>
            <a:ext cx="4172637" cy="2648266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8417F05-1483-FD61-8B09-69473AFDBF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342" y="-2312861"/>
            <a:ext cx="778173" cy="7781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C7EC404-4113-B2A6-D1E8-D3E5B926D3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5994" y="-2312861"/>
            <a:ext cx="961605" cy="9616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E3B2C91-C9A4-4494-23FE-DAA32EF215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694" y="-2236689"/>
            <a:ext cx="965192" cy="965192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F563F21B-6526-235C-8FB5-70E1511296A0}"/>
              </a:ext>
            </a:extLst>
          </p:cNvPr>
          <p:cNvSpPr/>
          <p:nvPr/>
        </p:nvSpPr>
        <p:spPr>
          <a:xfrm>
            <a:off x="406678" y="-3577647"/>
            <a:ext cx="1262060" cy="1251972"/>
          </a:xfrm>
          <a:prstGeom prst="ellipse">
            <a:avLst/>
          </a:prstGeom>
          <a:solidFill>
            <a:srgbClr val="F3B39A">
              <a:alpha val="0"/>
            </a:srgbClr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879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" grpId="0"/>
      <p:bldP spid="6" grpId="0"/>
      <p:bldP spid="8" grpId="0"/>
      <p:bldP spid="9" grpId="0"/>
      <p:bldP spid="31" grpId="0" animBg="1"/>
      <p:bldP spid="32" grpId="0" animBg="1"/>
      <p:bldP spid="33" grpId="0" animBg="1"/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16D0-50DA-E79A-20E4-F2077237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78C14D3-620B-D904-66C4-058F19A13324}"/>
              </a:ext>
            </a:extLst>
          </p:cNvPr>
          <p:cNvSpPr/>
          <p:nvPr/>
        </p:nvSpPr>
        <p:spPr>
          <a:xfrm>
            <a:off x="0" y="-1175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242FA2-9AAD-AC90-C6DD-0F27FCC3F69F}"/>
              </a:ext>
            </a:extLst>
          </p:cNvPr>
          <p:cNvPicPr/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3DC7CFB-F7D0-B963-62F3-42CAB2E6D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04" y="195563"/>
            <a:ext cx="10515600" cy="1325563"/>
          </a:xfrm>
        </p:spPr>
        <p:txBody>
          <a:bodyPr/>
          <a:lstStyle/>
          <a:p>
            <a:pPr algn="ctr"/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Invest in Youth Vybe?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B24598B-E2C6-43C1-09BD-0295A76562CA}"/>
              </a:ext>
            </a:extLst>
          </p:cNvPr>
          <p:cNvSpPr txBox="1">
            <a:spLocks/>
          </p:cNvSpPr>
          <p:nvPr/>
        </p:nvSpPr>
        <p:spPr>
          <a:xfrm>
            <a:off x="2181513" y="3527643"/>
            <a:ext cx="3281557" cy="6417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Brand </a:t>
            </a:r>
            <a:r>
              <a:rPr lang="en-GB" sz="26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visibility</a:t>
            </a: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at the event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76757D6-C9E7-0AFA-EE2E-4A855500B06E}"/>
              </a:ext>
            </a:extLst>
          </p:cNvPr>
          <p:cNvSpPr/>
          <p:nvPr/>
        </p:nvSpPr>
        <p:spPr>
          <a:xfrm>
            <a:off x="-1052763" y="-938412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D56224-C4D5-2C4B-C6B6-5450A75E459F}"/>
              </a:ext>
            </a:extLst>
          </p:cNvPr>
          <p:cNvSpPr txBox="1">
            <a:spLocks/>
          </p:cNvSpPr>
          <p:nvPr/>
        </p:nvSpPr>
        <p:spPr>
          <a:xfrm>
            <a:off x="784204" y="2174749"/>
            <a:ext cx="4049334" cy="549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sponsors receive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B03A321-63A7-2F08-E520-1FB1D2B6868F}"/>
              </a:ext>
            </a:extLst>
          </p:cNvPr>
          <p:cNvSpPr/>
          <p:nvPr/>
        </p:nvSpPr>
        <p:spPr>
          <a:xfrm>
            <a:off x="1884678" y="4870840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7A5904E-E962-9F30-C093-9A4BC9ABADF8}"/>
              </a:ext>
            </a:extLst>
          </p:cNvPr>
          <p:cNvSpPr txBox="1">
            <a:spLocks/>
          </p:cNvSpPr>
          <p:nvPr/>
        </p:nvSpPr>
        <p:spPr>
          <a:xfrm>
            <a:off x="7095354" y="3302134"/>
            <a:ext cx="4356704" cy="10477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Association with youth sport and community participation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DC60FC6-A862-A4A9-0573-B433E22DD70B}"/>
              </a:ext>
            </a:extLst>
          </p:cNvPr>
          <p:cNvSpPr txBox="1">
            <a:spLocks/>
          </p:cNvSpPr>
          <p:nvPr/>
        </p:nvSpPr>
        <p:spPr>
          <a:xfrm>
            <a:off x="2059477" y="5009564"/>
            <a:ext cx="3633331" cy="10343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6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Product opportunities and connections with a younger audience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9382345-440F-1999-0AD3-9524E286F13E}"/>
              </a:ext>
            </a:extLst>
          </p:cNvPr>
          <p:cNvSpPr/>
          <p:nvPr/>
        </p:nvSpPr>
        <p:spPr>
          <a:xfrm>
            <a:off x="1860823" y="3130630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A987862-08C0-F29E-B48E-EB929E07967F}"/>
              </a:ext>
            </a:extLst>
          </p:cNvPr>
          <p:cNvSpPr/>
          <p:nvPr/>
        </p:nvSpPr>
        <p:spPr>
          <a:xfrm>
            <a:off x="7300791" y="3130630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3" name="Picture 32" descr="Visibility - Free interface icons">
            <a:extLst>
              <a:ext uri="{FF2B5EF4-FFF2-40B4-BE49-F238E27FC236}">
                <a16:creationId xmlns:a16="http://schemas.microsoft.com/office/drawing/2014/main" id="{12468BCE-B885-3A8E-67CE-9562BA77EE0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534866" y="3023095"/>
            <a:ext cx="1194777" cy="119477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2867281-0215-579E-B01B-4C36989C3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443" y="3167351"/>
            <a:ext cx="1047749" cy="104774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9184E14-562A-3947-7B18-EAE4DB9EC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12" y="5128065"/>
            <a:ext cx="820455" cy="820455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F665A840-F3E4-4CB0-B277-D1A8835DE0D4}"/>
              </a:ext>
            </a:extLst>
          </p:cNvPr>
          <p:cNvSpPr txBox="1">
            <a:spLocks/>
          </p:cNvSpPr>
          <p:nvPr/>
        </p:nvSpPr>
        <p:spPr>
          <a:xfrm>
            <a:off x="716470" y="-38684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Invest in Youth Vybe?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082589F-52B5-90EB-A157-5B96D20DE0FD}"/>
              </a:ext>
            </a:extLst>
          </p:cNvPr>
          <p:cNvSpPr txBox="1">
            <a:spLocks/>
          </p:cNvSpPr>
          <p:nvPr/>
        </p:nvSpPr>
        <p:spPr>
          <a:xfrm>
            <a:off x="15375350" y="3468685"/>
            <a:ext cx="3477009" cy="470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Tournament activities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4D6DB18-31B6-2B2A-D55D-0F47AC926B67}"/>
              </a:ext>
            </a:extLst>
          </p:cNvPr>
          <p:cNvSpPr txBox="1">
            <a:spLocks/>
          </p:cNvSpPr>
          <p:nvPr/>
        </p:nvSpPr>
        <p:spPr>
          <a:xfrm>
            <a:off x="2763136" y="-2940048"/>
            <a:ext cx="6096000" cy="6681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 Opportunity for Sponsorships and Partnerships </a:t>
            </a:r>
          </a:p>
          <a:p>
            <a:endParaRPr lang="en-GB" sz="2400" b="1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6FCAE18E-FA38-914E-76DF-82CAD1EEEAE6}"/>
              </a:ext>
            </a:extLst>
          </p:cNvPr>
          <p:cNvSpPr txBox="1">
            <a:spLocks/>
          </p:cNvSpPr>
          <p:nvPr/>
        </p:nvSpPr>
        <p:spPr>
          <a:xfrm>
            <a:off x="-6152190" y="2068097"/>
            <a:ext cx="4049334" cy="549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Sponsors could support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DF15878E-FCE9-E66F-48BB-19725AB769D9}"/>
              </a:ext>
            </a:extLst>
          </p:cNvPr>
          <p:cNvSpPr txBox="1">
            <a:spLocks/>
          </p:cNvSpPr>
          <p:nvPr/>
        </p:nvSpPr>
        <p:spPr>
          <a:xfrm>
            <a:off x="-6549198" y="4745436"/>
            <a:ext cx="4384998" cy="1207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Sports equipment /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event supplies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86D7A33-7D04-AF21-3A07-CFF8D98B3E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59131" y="3140917"/>
            <a:ext cx="1066060" cy="106606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A4C1FA5-CB99-ABA8-16D6-79D2D4C1AF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214842" y="4731097"/>
            <a:ext cx="919419" cy="919419"/>
          </a:xfrm>
          <a:prstGeom prst="rect">
            <a:avLst/>
          </a:prstGeom>
        </p:spPr>
      </p:pic>
      <p:pic>
        <p:nvPicPr>
          <p:cNvPr id="43" name="Picture 42" descr="Award">
            <a:extLst>
              <a:ext uri="{FF2B5EF4-FFF2-40B4-BE49-F238E27FC236}">
                <a16:creationId xmlns:a16="http://schemas.microsoft.com/office/drawing/2014/main" id="{B574A1D9-5D2A-7EF8-F769-B458DAFDDB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79625" y="4833930"/>
            <a:ext cx="1047749" cy="1047749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4F139DD-1EAB-794E-D630-2366269D3A7B}"/>
              </a:ext>
            </a:extLst>
          </p:cNvPr>
          <p:cNvSpPr/>
          <p:nvPr/>
        </p:nvSpPr>
        <p:spPr>
          <a:xfrm>
            <a:off x="15158903" y="3012466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BFD50B7-EC1E-E1AA-9224-15FF6CF20B4E}"/>
              </a:ext>
            </a:extLst>
          </p:cNvPr>
          <p:cNvSpPr/>
          <p:nvPr/>
        </p:nvSpPr>
        <p:spPr>
          <a:xfrm>
            <a:off x="-6147130" y="4575928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0D5229D-7057-81D6-35C1-822355D0CC3C}"/>
              </a:ext>
            </a:extLst>
          </p:cNvPr>
          <p:cNvSpPr/>
          <p:nvPr/>
        </p:nvSpPr>
        <p:spPr>
          <a:xfrm>
            <a:off x="15033953" y="4697230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3819677-AD99-B99D-85A1-55EEB4CB1E95}"/>
              </a:ext>
            </a:extLst>
          </p:cNvPr>
          <p:cNvSpPr txBox="1">
            <a:spLocks/>
          </p:cNvSpPr>
          <p:nvPr/>
        </p:nvSpPr>
        <p:spPr>
          <a:xfrm>
            <a:off x="15363183" y="5157999"/>
            <a:ext cx="6096000" cy="549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Prizes &amp; rewards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AEEA5F1-25CB-39EC-AB13-21528F8A8097}"/>
              </a:ext>
            </a:extLst>
          </p:cNvPr>
          <p:cNvSpPr txBox="1">
            <a:spLocks/>
          </p:cNvSpPr>
          <p:nvPr/>
        </p:nvSpPr>
        <p:spPr>
          <a:xfrm>
            <a:off x="-5877974" y="3381434"/>
            <a:ext cx="3673496" cy="54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Drinks &amp; refreshments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40A7F-98D5-F6B8-613E-451AD1E296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7359069" y="3033097"/>
            <a:ext cx="1066060" cy="106606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4234E6-620B-9B5C-AFDB-3EEC3AD0A369}"/>
              </a:ext>
            </a:extLst>
          </p:cNvPr>
          <p:cNvSpPr/>
          <p:nvPr/>
        </p:nvSpPr>
        <p:spPr>
          <a:xfrm>
            <a:off x="-6138574" y="2963227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B13F3A-B219-DBD3-B6F6-8C1B77563A97}"/>
              </a:ext>
            </a:extLst>
          </p:cNvPr>
          <p:cNvSpPr txBox="1">
            <a:spLocks/>
          </p:cNvSpPr>
          <p:nvPr/>
        </p:nvSpPr>
        <p:spPr>
          <a:xfrm>
            <a:off x="7422284" y="5110344"/>
            <a:ext cx="4005513" cy="929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Potential long-term sponsorship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43F6E1-0DE9-559C-6FEA-6462743911F0}"/>
              </a:ext>
            </a:extLst>
          </p:cNvPr>
          <p:cNvSpPr/>
          <p:nvPr/>
        </p:nvSpPr>
        <p:spPr>
          <a:xfrm>
            <a:off x="7453191" y="4880004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Document ">
            <a:extLst>
              <a:ext uri="{FF2B5EF4-FFF2-40B4-BE49-F238E27FC236}">
                <a16:creationId xmlns:a16="http://schemas.microsoft.com/office/drawing/2014/main" id="{4607F972-7834-7D0B-A692-A1C92AEE96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6262" y="5027211"/>
            <a:ext cx="1047750" cy="104775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CDC923A-6606-A1AC-E447-EFA9320869FC}"/>
              </a:ext>
            </a:extLst>
          </p:cNvPr>
          <p:cNvSpPr txBox="1">
            <a:spLocks/>
          </p:cNvSpPr>
          <p:nvPr/>
        </p:nvSpPr>
        <p:spPr>
          <a:xfrm>
            <a:off x="2830870" y="1123950"/>
            <a:ext cx="6096000" cy="6681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 Opportunity for Sponsorships and Partnerships </a:t>
            </a:r>
          </a:p>
          <a:p>
            <a:endParaRPr lang="en-GB" sz="2400" b="1" dirty="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651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" grpId="0"/>
      <p:bldP spid="20" grpId="0" animBg="1"/>
      <p:bldP spid="21" grpId="0"/>
      <p:bldP spid="25" grpId="0"/>
      <p:bldP spid="28" grpId="0" animBg="1"/>
      <p:bldP spid="30" grpId="0" animBg="1"/>
      <p:bldP spid="9" grpId="0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24C177-D459-5880-C41C-E5A6957128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28874-7341-B3FC-54F2-8B104891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02"/>
            <a:ext cx="10515600" cy="1325563"/>
          </a:xfrm>
        </p:spPr>
        <p:txBody>
          <a:bodyPr/>
          <a:lstStyle/>
          <a:p>
            <a:pPr algn="ctr"/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Safety Features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99C76-DE16-E49D-17D1-EDCF2FD74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043" y="1661924"/>
            <a:ext cx="9300202" cy="54025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2400" b="1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Age Verification:</a:t>
            </a:r>
          </a:p>
          <a:p>
            <a:pPr marL="0" indent="0">
              <a:buNone/>
            </a:pPr>
            <a:endParaRPr lang="en-GB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461B87-7CB2-890B-D279-23ADBC5D93B1}"/>
              </a:ext>
            </a:extLst>
          </p:cNvPr>
          <p:cNvPicPr/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ED5AB-4DEC-9BC0-DE24-C7A4DC589930}"/>
              </a:ext>
            </a:extLst>
          </p:cNvPr>
          <p:cNvSpPr txBox="1">
            <a:spLocks/>
          </p:cNvSpPr>
          <p:nvPr/>
        </p:nvSpPr>
        <p:spPr>
          <a:xfrm>
            <a:off x="1206755" y="3417393"/>
            <a:ext cx="10301762" cy="920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3A1A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ICO says hard identifiers such as passports can be used in some cases but shouldn’t be required unless truly necessary.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863C1A7-E363-6D86-DD07-09709E0F194F}"/>
              </a:ext>
            </a:extLst>
          </p:cNvPr>
          <p:cNvSpPr txBox="1">
            <a:spLocks/>
          </p:cNvSpPr>
          <p:nvPr/>
        </p:nvSpPr>
        <p:spPr>
          <a:xfrm>
            <a:off x="1052763" y="4957280"/>
            <a:ext cx="10784807" cy="1735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Users would have to use an identification document with their date of birth if reported for age related issues.</a:t>
            </a:r>
          </a:p>
          <a:p>
            <a:endParaRPr lang="en-GB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B58D75-BF78-60BB-A82B-9FC675FA38D2}"/>
              </a:ext>
            </a:extLst>
          </p:cNvPr>
          <p:cNvSpPr/>
          <p:nvPr/>
        </p:nvSpPr>
        <p:spPr>
          <a:xfrm>
            <a:off x="-1052763" y="-995562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04985-F288-0D74-3B5C-BAFC1D313408}"/>
              </a:ext>
            </a:extLst>
          </p:cNvPr>
          <p:cNvSpPr txBox="1"/>
          <p:nvPr/>
        </p:nvSpPr>
        <p:spPr>
          <a:xfrm>
            <a:off x="3232277" y="936117"/>
            <a:ext cx="230553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Moderation</a:t>
            </a:r>
          </a:p>
          <a:p>
            <a:pPr marL="0" indent="0">
              <a:buNone/>
            </a:pPr>
            <a:endParaRPr lang="en-GB" sz="2800" b="1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7D34C8-8E25-E684-6D05-FA985B591EF2}"/>
              </a:ext>
            </a:extLst>
          </p:cNvPr>
          <p:cNvSpPr txBox="1"/>
          <p:nvPr/>
        </p:nvSpPr>
        <p:spPr>
          <a:xfrm>
            <a:off x="4712384" y="932586"/>
            <a:ext cx="465696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Trusted Contacts</a:t>
            </a:r>
          </a:p>
          <a:p>
            <a:pPr marL="0" indent="0" algn="ctr">
              <a:buNone/>
            </a:pPr>
            <a:endParaRPr lang="en-GB" sz="2800" b="1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8C9894-0EF1-EA3A-EC77-52F1D5AC2C69}"/>
              </a:ext>
            </a:extLst>
          </p:cNvPr>
          <p:cNvSpPr txBox="1"/>
          <p:nvPr/>
        </p:nvSpPr>
        <p:spPr>
          <a:xfrm>
            <a:off x="1551020" y="936808"/>
            <a:ext cx="287591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Privacy</a:t>
            </a:r>
            <a:endParaRPr lang="en-GB" sz="20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endParaRPr lang="en-GB" sz="2800" b="1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FEE1AE-EDED-4E77-AA24-811E6CAF0972}"/>
              </a:ext>
            </a:extLst>
          </p:cNvPr>
          <p:cNvSpPr txBox="1"/>
          <p:nvPr/>
        </p:nvSpPr>
        <p:spPr>
          <a:xfrm>
            <a:off x="8681942" y="935950"/>
            <a:ext cx="186021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Blocking</a:t>
            </a:r>
          </a:p>
          <a:p>
            <a:pPr marL="0" indent="0">
              <a:buNone/>
            </a:pPr>
            <a:endParaRPr lang="en-GB" sz="2800" b="1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F605C7-5F83-CD37-651D-C046FAA9D9D6}"/>
              </a:ext>
            </a:extLst>
          </p:cNvPr>
          <p:cNvSpPr/>
          <p:nvPr/>
        </p:nvSpPr>
        <p:spPr>
          <a:xfrm>
            <a:off x="965232" y="3190015"/>
            <a:ext cx="10784808" cy="1464802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8BD4DB1-A02C-1657-FB7F-85A0AADEDE2E}"/>
              </a:ext>
            </a:extLst>
          </p:cNvPr>
          <p:cNvSpPr/>
          <p:nvPr/>
        </p:nvSpPr>
        <p:spPr>
          <a:xfrm>
            <a:off x="974433" y="4896895"/>
            <a:ext cx="10784808" cy="1464802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 descr="Verified ">
            <a:extLst>
              <a:ext uri="{FF2B5EF4-FFF2-40B4-BE49-F238E27FC236}">
                <a16:creationId xmlns:a16="http://schemas.microsoft.com/office/drawing/2014/main" id="{4755BA9D-E1A6-3450-0D31-6850E4C8F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92" y="2032811"/>
            <a:ext cx="889972" cy="889972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6E72999-39B5-9305-C5F9-9C98F9940EF1}"/>
              </a:ext>
            </a:extLst>
          </p:cNvPr>
          <p:cNvSpPr/>
          <p:nvPr/>
        </p:nvSpPr>
        <p:spPr>
          <a:xfrm>
            <a:off x="893343" y="1599878"/>
            <a:ext cx="10784808" cy="1464802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6" name="Picture 25" descr="Passport ">
            <a:extLst>
              <a:ext uri="{FF2B5EF4-FFF2-40B4-BE49-F238E27FC236}">
                <a16:creationId xmlns:a16="http://schemas.microsoft.com/office/drawing/2014/main" id="{B7C87A87-48AE-B1EF-07AF-3EA62EE49F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32" y="5363784"/>
            <a:ext cx="920546" cy="920546"/>
          </a:xfrm>
          <a:prstGeom prst="rect">
            <a:avLst/>
          </a:prstGeo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D3F9FCD-B840-E28B-425D-5D687F3FDE2A}"/>
              </a:ext>
            </a:extLst>
          </p:cNvPr>
          <p:cNvSpPr txBox="1">
            <a:spLocks/>
          </p:cNvSpPr>
          <p:nvPr/>
        </p:nvSpPr>
        <p:spPr>
          <a:xfrm>
            <a:off x="1941968" y="2101985"/>
            <a:ext cx="9300202" cy="832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Cautious and conscious verification designed to help confirm users belong in the 13–17 community.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DEC462-3395-4223-3C10-4767CAFA44BE}"/>
              </a:ext>
            </a:extLst>
          </p:cNvPr>
          <p:cNvSpPr txBox="1">
            <a:spLocks/>
          </p:cNvSpPr>
          <p:nvPr/>
        </p:nvSpPr>
        <p:spPr>
          <a:xfrm>
            <a:off x="-4559956" y="2120677"/>
            <a:ext cx="3281557" cy="6417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Brand </a:t>
            </a:r>
            <a:r>
              <a:rPr lang="en-GB" sz="26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visibility</a:t>
            </a: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at the event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FCD3CF-406E-2DCE-D9F8-A02A88386D01}"/>
              </a:ext>
            </a:extLst>
          </p:cNvPr>
          <p:cNvSpPr/>
          <p:nvPr/>
        </p:nvSpPr>
        <p:spPr>
          <a:xfrm>
            <a:off x="-5018094" y="4190756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7FA8E94-1EB4-07C8-6535-98DFB1FB154C}"/>
              </a:ext>
            </a:extLst>
          </p:cNvPr>
          <p:cNvSpPr txBox="1">
            <a:spLocks/>
          </p:cNvSpPr>
          <p:nvPr/>
        </p:nvSpPr>
        <p:spPr>
          <a:xfrm>
            <a:off x="13877296" y="2263206"/>
            <a:ext cx="4356704" cy="10477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Association with youth sport and community participation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DE101A5-C373-41D9-4909-D0E154CE4A3A}"/>
              </a:ext>
            </a:extLst>
          </p:cNvPr>
          <p:cNvSpPr txBox="1">
            <a:spLocks/>
          </p:cNvSpPr>
          <p:nvPr/>
        </p:nvSpPr>
        <p:spPr>
          <a:xfrm>
            <a:off x="-4843295" y="4329480"/>
            <a:ext cx="3633331" cy="10343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6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Product opportunities and connections with a younger audience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D845390-2602-4186-021A-D5D67BF3DF83}"/>
              </a:ext>
            </a:extLst>
          </p:cNvPr>
          <p:cNvSpPr/>
          <p:nvPr/>
        </p:nvSpPr>
        <p:spPr>
          <a:xfrm>
            <a:off x="-4880646" y="1723664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70AEF3-DDD6-0A7C-4786-2A45279BB477}"/>
              </a:ext>
            </a:extLst>
          </p:cNvPr>
          <p:cNvSpPr/>
          <p:nvPr/>
        </p:nvSpPr>
        <p:spPr>
          <a:xfrm>
            <a:off x="14082733" y="2091702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 descr="Visibility - Free interface icons">
            <a:extLst>
              <a:ext uri="{FF2B5EF4-FFF2-40B4-BE49-F238E27FC236}">
                <a16:creationId xmlns:a16="http://schemas.microsoft.com/office/drawing/2014/main" id="{979B66D4-CB16-426A-6256-E0A8DF4308C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-6206603" y="1616129"/>
            <a:ext cx="1194777" cy="119477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EA411C7-66B0-6D6E-86CB-565517AE3F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46385" y="2128423"/>
            <a:ext cx="1047749" cy="104774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96AE1AD-0310-B5C3-8955-06CA11C240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035660" y="4447981"/>
            <a:ext cx="820455" cy="820455"/>
          </a:xfrm>
          <a:prstGeom prst="rect">
            <a:avLst/>
          </a:prstGeom>
        </p:spPr>
      </p:pic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D75FEFA-7FF5-7917-06C2-43086FCF2BAC}"/>
              </a:ext>
            </a:extLst>
          </p:cNvPr>
          <p:cNvSpPr txBox="1">
            <a:spLocks/>
          </p:cNvSpPr>
          <p:nvPr/>
        </p:nvSpPr>
        <p:spPr>
          <a:xfrm>
            <a:off x="2830870" y="-1145120"/>
            <a:ext cx="6096000" cy="6681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 Opportunity for Sponsorships and Partnerships </a:t>
            </a:r>
          </a:p>
          <a:p>
            <a:endParaRPr lang="en-GB" sz="2400" b="1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6B0D17E6-A791-2DD8-E8F8-66B780D75DE6}"/>
              </a:ext>
            </a:extLst>
          </p:cNvPr>
          <p:cNvSpPr txBox="1">
            <a:spLocks/>
          </p:cNvSpPr>
          <p:nvPr/>
        </p:nvSpPr>
        <p:spPr>
          <a:xfrm>
            <a:off x="867388" y="-21108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Invest in Youth Vybe?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70407FE-1FCB-D2ED-9B9A-3148EC19F9E3}"/>
              </a:ext>
            </a:extLst>
          </p:cNvPr>
          <p:cNvSpPr txBox="1">
            <a:spLocks/>
          </p:cNvSpPr>
          <p:nvPr/>
        </p:nvSpPr>
        <p:spPr>
          <a:xfrm>
            <a:off x="14223574" y="4617705"/>
            <a:ext cx="4005513" cy="929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Potential long-term sponsorship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5D2F0EE-54D9-FE7A-BF80-1E9AAA852633}"/>
              </a:ext>
            </a:extLst>
          </p:cNvPr>
          <p:cNvSpPr/>
          <p:nvPr/>
        </p:nvSpPr>
        <p:spPr>
          <a:xfrm>
            <a:off x="14169421" y="4323570"/>
            <a:ext cx="3982930" cy="1263260"/>
          </a:xfrm>
          <a:prstGeom prst="roundRect">
            <a:avLst>
              <a:gd name="adj" fmla="val 34320"/>
            </a:avLst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6" name="Picture 35" descr="Document ">
            <a:extLst>
              <a:ext uri="{FF2B5EF4-FFF2-40B4-BE49-F238E27FC236}">
                <a16:creationId xmlns:a16="http://schemas.microsoft.com/office/drawing/2014/main" id="{3CDD7495-1215-24EB-6A12-6B5647CE0F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22492" y="4470777"/>
            <a:ext cx="10477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040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22" grpId="0" animBg="1"/>
      <p:bldP spid="23" grpId="0" animBg="1"/>
      <p:bldP spid="24" grpId="0" animBg="1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00956B8-5808-A8F1-8A9F-DC19F1EF3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549" y="6991987"/>
            <a:ext cx="3739134" cy="37391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7DCE76-E42C-DB97-B338-016573162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E26801-6BB5-2B74-8857-4BAB954EF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628FB-7A64-E978-9130-C6849D2B5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0" y="2032099"/>
            <a:ext cx="7827793" cy="1194193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 were tasked by Futwell to make, young people a part of their sustainable future </a:t>
            </a:r>
          </a:p>
          <a:p>
            <a:pPr marL="0" indent="0"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64AA01-2BDB-09D6-529D-816A77047DDE}"/>
              </a:ext>
            </a:extLst>
          </p:cNvPr>
          <p:cNvPicPr/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115937-8EB4-A42A-8A9A-9B88F69F39FB}"/>
              </a:ext>
            </a:extLst>
          </p:cNvPr>
          <p:cNvSpPr txBox="1">
            <a:spLocks/>
          </p:cNvSpPr>
          <p:nvPr/>
        </p:nvSpPr>
        <p:spPr>
          <a:xfrm>
            <a:off x="1942975" y="3694397"/>
            <a:ext cx="7162925" cy="1195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 used our computational thinking, creative minds and software skills to develop Youth Vybe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9A66E5-424B-74F9-04BF-8DD112D1459E}"/>
              </a:ext>
            </a:extLst>
          </p:cNvPr>
          <p:cNvSpPr txBox="1">
            <a:spLocks/>
          </p:cNvSpPr>
          <p:nvPr/>
        </p:nvSpPr>
        <p:spPr>
          <a:xfrm>
            <a:off x="1751394" y="4476750"/>
            <a:ext cx="6878256" cy="2609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Youth Vybe connects teens to people and opportunities that can build real relationships and positive impact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399C2D-AD8B-7A52-C7BE-64D180F2DA6D}"/>
              </a:ext>
            </a:extLst>
          </p:cNvPr>
          <p:cNvSpPr/>
          <p:nvPr/>
        </p:nvSpPr>
        <p:spPr>
          <a:xfrm>
            <a:off x="1722607" y="1721975"/>
            <a:ext cx="9656593" cy="1481329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2A8126-8FE2-499D-84F2-7DF31E7A80B9}"/>
              </a:ext>
            </a:extLst>
          </p:cNvPr>
          <p:cNvSpPr/>
          <p:nvPr/>
        </p:nvSpPr>
        <p:spPr>
          <a:xfrm>
            <a:off x="1697207" y="3495579"/>
            <a:ext cx="8551818" cy="1481329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DE2644-F9D6-21E3-89FA-11BE53EE60AB}"/>
              </a:ext>
            </a:extLst>
          </p:cNvPr>
          <p:cNvSpPr/>
          <p:nvPr/>
        </p:nvSpPr>
        <p:spPr>
          <a:xfrm>
            <a:off x="1690857" y="5243783"/>
            <a:ext cx="7205493" cy="1481329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6AA3406-7FE8-AA84-E424-2336EEE21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918" y="1853039"/>
            <a:ext cx="1219200" cy="1219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2AB50E0-51A1-CD65-FE0C-87AE686D04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354" y="3626643"/>
            <a:ext cx="1219200" cy="1219200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DAF5D0D0-76ED-ADA6-D4A1-01DAB96DA668}"/>
              </a:ext>
            </a:extLst>
          </p:cNvPr>
          <p:cNvSpPr/>
          <p:nvPr/>
        </p:nvSpPr>
        <p:spPr>
          <a:xfrm>
            <a:off x="-1052763" y="5881488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3192A35-1C9C-C63A-6537-E29AFE7E4C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84" y="5243783"/>
            <a:ext cx="1008910" cy="100891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144533-EF8F-B842-4482-58D2DCFDFEC2}"/>
              </a:ext>
            </a:extLst>
          </p:cNvPr>
          <p:cNvSpPr txBox="1">
            <a:spLocks/>
          </p:cNvSpPr>
          <p:nvPr/>
        </p:nvSpPr>
        <p:spPr>
          <a:xfrm>
            <a:off x="1685043" y="8299790"/>
            <a:ext cx="9300202" cy="540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b="1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Age Verification: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9C690B-CA47-C28B-76B9-1380A8B7E3BF}"/>
              </a:ext>
            </a:extLst>
          </p:cNvPr>
          <p:cNvSpPr txBox="1">
            <a:spLocks/>
          </p:cNvSpPr>
          <p:nvPr/>
        </p:nvSpPr>
        <p:spPr>
          <a:xfrm>
            <a:off x="1206755" y="10055259"/>
            <a:ext cx="10301762" cy="920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3A1A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ICO says hard identifiers such as passports can be used in some cases but shouldn’t be required unless truly necessary.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5AAFCCF-69EB-E0AF-5206-B8BA2939D33E}"/>
              </a:ext>
            </a:extLst>
          </p:cNvPr>
          <p:cNvSpPr txBox="1">
            <a:spLocks/>
          </p:cNvSpPr>
          <p:nvPr/>
        </p:nvSpPr>
        <p:spPr>
          <a:xfrm>
            <a:off x="1052763" y="11595146"/>
            <a:ext cx="10784807" cy="1735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Users would have to use an identification document with their date of birth if reported for age related issues.</a:t>
            </a:r>
          </a:p>
          <a:p>
            <a:endParaRPr lang="en-GB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538991-67D1-1031-3646-62F812918332}"/>
              </a:ext>
            </a:extLst>
          </p:cNvPr>
          <p:cNvSpPr/>
          <p:nvPr/>
        </p:nvSpPr>
        <p:spPr>
          <a:xfrm>
            <a:off x="965232" y="9827881"/>
            <a:ext cx="10784808" cy="1464802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52FB0B0-3BCE-60C4-5C26-011E27EF0FB9}"/>
              </a:ext>
            </a:extLst>
          </p:cNvPr>
          <p:cNvSpPr/>
          <p:nvPr/>
        </p:nvSpPr>
        <p:spPr>
          <a:xfrm>
            <a:off x="974433" y="11534761"/>
            <a:ext cx="10784808" cy="1464802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Verified ">
            <a:extLst>
              <a:ext uri="{FF2B5EF4-FFF2-40B4-BE49-F238E27FC236}">
                <a16:creationId xmlns:a16="http://schemas.microsoft.com/office/drawing/2014/main" id="{C6D9FE76-7AFC-BF4D-A0B1-D4703C8704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192" y="8670677"/>
            <a:ext cx="889972" cy="88997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17D4E4-001D-F8F8-6C94-B6A3A43A6883}"/>
              </a:ext>
            </a:extLst>
          </p:cNvPr>
          <p:cNvSpPr/>
          <p:nvPr/>
        </p:nvSpPr>
        <p:spPr>
          <a:xfrm>
            <a:off x="893343" y="8237744"/>
            <a:ext cx="10784808" cy="1464802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 descr="Passport ">
            <a:extLst>
              <a:ext uri="{FF2B5EF4-FFF2-40B4-BE49-F238E27FC236}">
                <a16:creationId xmlns:a16="http://schemas.microsoft.com/office/drawing/2014/main" id="{0542C3C4-07BD-4CC2-1BD5-83EA9C7025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32" y="12001650"/>
            <a:ext cx="920546" cy="92054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77E4D49-5A72-2CE5-02C4-AF8D0649ABD2}"/>
              </a:ext>
            </a:extLst>
          </p:cNvPr>
          <p:cNvSpPr txBox="1">
            <a:spLocks/>
          </p:cNvSpPr>
          <p:nvPr/>
        </p:nvSpPr>
        <p:spPr>
          <a:xfrm>
            <a:off x="1941968" y="8739851"/>
            <a:ext cx="9300202" cy="832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Cautious and conscious  verification designed to help confirm users belong in the 13–17 community.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363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8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F68321-9BFB-70C9-B617-EEEB7418A8D4}"/>
              </a:ext>
            </a:extLst>
          </p:cNvPr>
          <p:cNvSpPr/>
          <p:nvPr/>
        </p:nvSpPr>
        <p:spPr>
          <a:xfrm>
            <a:off x="0" y="-14158"/>
            <a:ext cx="12192000" cy="6858000"/>
          </a:xfrm>
          <a:prstGeom prst="rect">
            <a:avLst/>
          </a:prstGeom>
          <a:solidFill>
            <a:srgbClr val="F3EF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B0BED8-D4DE-5713-99FC-DC5EC8423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433" y="1559433"/>
            <a:ext cx="3739134" cy="373913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012BB51-07FE-DC19-0948-0F814B112177}"/>
              </a:ext>
            </a:extLst>
          </p:cNvPr>
          <p:cNvSpPr/>
          <p:nvPr/>
        </p:nvSpPr>
        <p:spPr>
          <a:xfrm>
            <a:off x="-1095375" y="-565926"/>
            <a:ext cx="2105526" cy="1901339"/>
          </a:xfrm>
          <a:prstGeom prst="ellipse">
            <a:avLst/>
          </a:prstGeom>
          <a:solidFill>
            <a:srgbClr val="F3B39A"/>
          </a:solidFill>
          <a:ln>
            <a:solidFill>
              <a:srgbClr val="F3B3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FA7B8-A1DC-65ED-7D34-281BD7081C85}"/>
              </a:ext>
            </a:extLst>
          </p:cNvPr>
          <p:cNvPicPr/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37" y="23714"/>
            <a:ext cx="1207168" cy="12071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C344432-1BC0-9FC4-2424-85216696C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2" y="999386"/>
            <a:ext cx="10335305" cy="1628105"/>
          </a:xfrm>
        </p:spPr>
        <p:txBody>
          <a:bodyPr>
            <a:normAutofit/>
          </a:bodyPr>
          <a:lstStyle/>
          <a:p>
            <a:pPr algn="ctr"/>
            <a:r>
              <a:rPr lang="en-GB" sz="60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Any Question? 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D1C9BEF-0E3D-FD78-2553-75D40D89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0" y="-5206901"/>
            <a:ext cx="7827793" cy="1194193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 were tasked by Futwell to make, young people a part of their sustainable future </a:t>
            </a:r>
          </a:p>
          <a:p>
            <a:pPr marL="0" indent="0"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5D03A6B-7B67-9F96-B8E6-EE9F30866816}"/>
              </a:ext>
            </a:extLst>
          </p:cNvPr>
          <p:cNvSpPr txBox="1">
            <a:spLocks/>
          </p:cNvSpPr>
          <p:nvPr/>
        </p:nvSpPr>
        <p:spPr>
          <a:xfrm>
            <a:off x="1942975" y="-3544603"/>
            <a:ext cx="7162925" cy="1195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 used our computational thinking, creative minds and software skills to develop Youth Vybe 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526EA79-0735-AF86-DFA1-64C7A2BACC91}"/>
              </a:ext>
            </a:extLst>
          </p:cNvPr>
          <p:cNvSpPr txBox="1">
            <a:spLocks/>
          </p:cNvSpPr>
          <p:nvPr/>
        </p:nvSpPr>
        <p:spPr>
          <a:xfrm>
            <a:off x="1751394" y="-2762250"/>
            <a:ext cx="6878256" cy="2609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sz="2400">
              <a:solidFill>
                <a:srgbClr val="54251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400">
                <a:solidFill>
                  <a:srgbClr val="54251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Youth Vybe connects teens to people and opportunities that can build real relationships and positive impact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9855FD5-01EC-BB32-71CD-8FBA2B0B55F9}"/>
              </a:ext>
            </a:extLst>
          </p:cNvPr>
          <p:cNvSpPr/>
          <p:nvPr/>
        </p:nvSpPr>
        <p:spPr>
          <a:xfrm>
            <a:off x="1722607" y="-5517025"/>
            <a:ext cx="9656593" cy="1481329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9094ADB-0154-C207-92F6-F0BBAF59F3E4}"/>
              </a:ext>
            </a:extLst>
          </p:cNvPr>
          <p:cNvSpPr/>
          <p:nvPr/>
        </p:nvSpPr>
        <p:spPr>
          <a:xfrm>
            <a:off x="1697207" y="-3743421"/>
            <a:ext cx="8551818" cy="1481329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FAC60E4-2D78-1867-B6C0-EE4E56DE3C71}"/>
              </a:ext>
            </a:extLst>
          </p:cNvPr>
          <p:cNvSpPr/>
          <p:nvPr/>
        </p:nvSpPr>
        <p:spPr>
          <a:xfrm>
            <a:off x="1690857" y="-1995217"/>
            <a:ext cx="7205493" cy="1481329"/>
          </a:xfrm>
          <a:prstGeom prst="roundRect">
            <a:avLst/>
          </a:prstGeom>
          <a:noFill/>
          <a:ln w="38100">
            <a:solidFill>
              <a:srgbClr val="3A1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E7B572D-BBF5-1563-665C-755585B8A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18" y="-5385961"/>
            <a:ext cx="1219200" cy="1219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78A22BA-F690-08BE-E9EC-D91C12277C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354" y="-3612357"/>
            <a:ext cx="1219200" cy="1219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23B3B1F-80A5-6DCA-36D7-CE588B7FCB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84" y="-1995217"/>
            <a:ext cx="1008910" cy="100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517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56662e4b-dece-47a0-b7a4-cb1404bc3300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8123C7BC4B854FB0C9AC86872E7A4A" ma:contentTypeVersion="12" ma:contentTypeDescription="Create a new document." ma:contentTypeScope="" ma:versionID="7603bbe280697472bfb4ab4808769f7c">
  <xsd:schema xmlns:xsd="http://www.w3.org/2001/XMLSchema" xmlns:xs="http://www.w3.org/2001/XMLSchema" xmlns:p="http://schemas.microsoft.com/office/2006/metadata/properties" xmlns:ns1="http://schemas.microsoft.com/sharepoint/v3" xmlns:ns3="56662e4b-dece-47a0-b7a4-cb1404bc3300" targetNamespace="http://schemas.microsoft.com/office/2006/metadata/properties" ma:root="true" ma:fieldsID="c9b13da36beba1996df6c14da5b78bac" ns1:_="" ns3:_="">
    <xsd:import namespace="http://schemas.microsoft.com/sharepoint/v3"/>
    <xsd:import namespace="56662e4b-dece-47a0-b7a4-cb1404bc330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662e4b-dece-47a0-b7a4-cb1404bc330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70B21B-EFCD-4A39-9677-1F3B07B4C94F}">
  <ds:schemaRefs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terms/"/>
    <ds:schemaRef ds:uri="56662e4b-dece-47a0-b7a4-cb1404bc3300"/>
    <ds:schemaRef ds:uri="http://schemas.microsoft.com/sharepoint/v3"/>
    <ds:schemaRef ds:uri="http://schemas.microsoft.com/office/infopath/2007/PartnerControls"/>
    <ds:schemaRef ds:uri="http://purl.org/dc/dcmitype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22E60881-0003-49B9-998F-3C33DB69098F}">
  <ds:schemaRefs>
    <ds:schemaRef ds:uri="56662e4b-dece-47a0-b7a4-cb1404bc330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6FB93FC-EB2B-47E5-8AD5-0B3449E065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908</Words>
  <Application>Microsoft Office PowerPoint</Application>
  <PresentationFormat>Widescreen</PresentationFormat>
  <Paragraphs>202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ADLaM Display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Our Solution</vt:lpstr>
      <vt:lpstr>Our Solution</vt:lpstr>
      <vt:lpstr>How Youth Vybe Works</vt:lpstr>
      <vt:lpstr>Features of Youth Vybe</vt:lpstr>
      <vt:lpstr>Features of Youth Vybe</vt:lpstr>
      <vt:lpstr>Features of Youth Vybe</vt:lpstr>
      <vt:lpstr>Badge Suggestions/Ideas</vt:lpstr>
      <vt:lpstr>Features of Youth Vybe</vt:lpstr>
      <vt:lpstr>Summer Tournament</vt:lpstr>
      <vt:lpstr>Why Invest in Youth Vybe?</vt:lpstr>
      <vt:lpstr>Why Invest in Youth Vybe?</vt:lpstr>
      <vt:lpstr>Safety Features </vt:lpstr>
      <vt:lpstr>Conclusion</vt:lpstr>
      <vt:lpstr>Any Question?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Akpabio, Mitchell S2500136</dc:creator>
  <cp:lastModifiedBy>Idowu, Gideon S2501665</cp:lastModifiedBy>
  <cp:revision>1</cp:revision>
  <dcterms:created xsi:type="dcterms:W3CDTF">2026-09-27T17:55:49Z</dcterms:created>
  <dcterms:modified xsi:type="dcterms:W3CDTF">2026-10-14T14:01:48Z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0x010100AA8123C7BC4B854FB0C9AC86872E7A4A</vt:lpwstr>
  </property>
</Properties>
</file>